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9" r:id="rId2"/>
    <p:sldId id="257" r:id="rId3"/>
    <p:sldId id="268" r:id="rId4"/>
    <p:sldId id="273" r:id="rId5"/>
    <p:sldId id="262" r:id="rId6"/>
    <p:sldId id="282" r:id="rId7"/>
    <p:sldId id="263" r:id="rId8"/>
    <p:sldId id="283" r:id="rId9"/>
    <p:sldId id="266" r:id="rId10"/>
    <p:sldId id="274" r:id="rId11"/>
    <p:sldId id="275" r:id="rId12"/>
    <p:sldId id="280" r:id="rId13"/>
    <p:sldId id="284" r:id="rId14"/>
    <p:sldId id="276" r:id="rId15"/>
    <p:sldId id="281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3DD"/>
    <a:srgbClr val="66723A"/>
    <a:srgbClr val="F4EDE7"/>
    <a:srgbClr val="FF97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56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Asik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65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hade val="65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shade val="65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Sheet1!$A$2:$A$14</c:f>
              <c:strCache>
                <c:ptCount val="13"/>
                <c:pt idx="0">
                  <c:v>Efan</c:v>
                </c:pt>
                <c:pt idx="1">
                  <c:v>Jeje</c:v>
                </c:pt>
                <c:pt idx="2">
                  <c:v>Jihan</c:v>
                </c:pt>
                <c:pt idx="3">
                  <c:v>Krisna</c:v>
                </c:pt>
                <c:pt idx="4">
                  <c:v>Adit</c:v>
                </c:pt>
                <c:pt idx="5">
                  <c:v>Rafi</c:v>
                </c:pt>
                <c:pt idx="6">
                  <c:v>Mustofa</c:v>
                </c:pt>
                <c:pt idx="7">
                  <c:v>Nabilah</c:v>
                </c:pt>
                <c:pt idx="8">
                  <c:v>Putra</c:v>
                </c:pt>
                <c:pt idx="9">
                  <c:v>Sintha</c:v>
                </c:pt>
                <c:pt idx="10">
                  <c:v>Diah</c:v>
                </c:pt>
                <c:pt idx="11">
                  <c:v>Warda</c:v>
                </c:pt>
                <c:pt idx="12">
                  <c:v>Devina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2.5</c:v>
                </c:pt>
                <c:pt idx="1">
                  <c:v>2.5</c:v>
                </c:pt>
                <c:pt idx="2">
                  <c:v>2.5</c:v>
                </c:pt>
                <c:pt idx="3">
                  <c:v>2.5</c:v>
                </c:pt>
                <c:pt idx="4">
                  <c:v>2.5</c:v>
                </c:pt>
                <c:pt idx="5">
                  <c:v>2.5</c:v>
                </c:pt>
                <c:pt idx="6">
                  <c:v>2.5</c:v>
                </c:pt>
                <c:pt idx="7">
                  <c:v>2.5</c:v>
                </c:pt>
                <c:pt idx="8">
                  <c:v>2.5</c:v>
                </c:pt>
                <c:pt idx="9">
                  <c:v>2.5</c:v>
                </c:pt>
                <c:pt idx="10">
                  <c:v>2.5</c:v>
                </c:pt>
                <c:pt idx="11">
                  <c:v>2.5</c:v>
                </c:pt>
                <c:pt idx="12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A2-4FBB-826B-042CFC16A0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Menyenangkan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Sheet1!$A$2:$A$14</c:f>
              <c:strCache>
                <c:ptCount val="13"/>
                <c:pt idx="0">
                  <c:v>Efan</c:v>
                </c:pt>
                <c:pt idx="1">
                  <c:v>Jeje</c:v>
                </c:pt>
                <c:pt idx="2">
                  <c:v>Jihan</c:v>
                </c:pt>
                <c:pt idx="3">
                  <c:v>Krisna</c:v>
                </c:pt>
                <c:pt idx="4">
                  <c:v>Adit</c:v>
                </c:pt>
                <c:pt idx="5">
                  <c:v>Rafi</c:v>
                </c:pt>
                <c:pt idx="6">
                  <c:v>Mustofa</c:v>
                </c:pt>
                <c:pt idx="7">
                  <c:v>Nabilah</c:v>
                </c:pt>
                <c:pt idx="8">
                  <c:v>Putra</c:v>
                </c:pt>
                <c:pt idx="9">
                  <c:v>Sintha</c:v>
                </c:pt>
                <c:pt idx="10">
                  <c:v>Diah</c:v>
                </c:pt>
                <c:pt idx="11">
                  <c:v>Warda</c:v>
                </c:pt>
                <c:pt idx="12">
                  <c:v>Devina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6A2-4FBB-826B-042CFC16A01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Suportif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65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tint val="65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tint val="65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Sheet1!$A$2:$A$14</c:f>
              <c:strCache>
                <c:ptCount val="13"/>
                <c:pt idx="0">
                  <c:v>Efan</c:v>
                </c:pt>
                <c:pt idx="1">
                  <c:v>Jeje</c:v>
                </c:pt>
                <c:pt idx="2">
                  <c:v>Jihan</c:v>
                </c:pt>
                <c:pt idx="3">
                  <c:v>Krisna</c:v>
                </c:pt>
                <c:pt idx="4">
                  <c:v>Adit</c:v>
                </c:pt>
                <c:pt idx="5">
                  <c:v>Rafi</c:v>
                </c:pt>
                <c:pt idx="6">
                  <c:v>Mustofa</c:v>
                </c:pt>
                <c:pt idx="7">
                  <c:v>Nabilah</c:v>
                </c:pt>
                <c:pt idx="8">
                  <c:v>Putra</c:v>
                </c:pt>
                <c:pt idx="9">
                  <c:v>Sintha</c:v>
                </c:pt>
                <c:pt idx="10">
                  <c:v>Diah</c:v>
                </c:pt>
                <c:pt idx="11">
                  <c:v>Warda</c:v>
                </c:pt>
                <c:pt idx="12">
                  <c:v>Devina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  <c:pt idx="9">
                  <c:v>4</c:v>
                </c:pt>
                <c:pt idx="10">
                  <c:v>4</c:v>
                </c:pt>
                <c:pt idx="11">
                  <c:v>4</c:v>
                </c:pt>
                <c:pt idx="1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6A2-4FBB-826B-042CFC16A0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68858639"/>
        <c:axId val="168854319"/>
        <c:axId val="0"/>
      </c:bar3DChart>
      <c:catAx>
        <c:axId val="1688586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854319"/>
        <c:crosses val="autoZero"/>
        <c:auto val="1"/>
        <c:lblAlgn val="ctr"/>
        <c:lblOffset val="100"/>
        <c:noMultiLvlLbl val="0"/>
      </c:catAx>
      <c:valAx>
        <c:axId val="1688543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8586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135998-ECC1-4C49-9B8B-BD0D7634CD23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4802D4-C19F-458D-95BE-D2887CBC0C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6648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21DBFC-EE9C-4649-ABB9-BF1EBD82B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5B53F7D-0991-4325-BE75-87A2A33A0C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13FBDF-66AA-4D2D-8EB2-D57E35483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0F6F7-F0AD-4C16-A437-5CCB1BCD4677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D7C65A-98DB-44FA-B11D-DA8113D16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3D3EC4-40D0-4CFC-9673-A2F7B49F5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53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DA352A-6BD2-4726-B18F-202489494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4A3467-2ED3-492A-A847-4B68C144D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5B1CEF-9CE9-44EF-A816-0AF9B8F24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CF56D-CE24-41AA-BF03-8A3C64DDF076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5D08DF-D74D-433F-B9C2-2CEF3B514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AF59DD-C968-46BD-B165-BBE59D609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142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EC33BD-7F3C-4AF4-AE92-F0A2D021B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7ACA3D-A4D1-418E-9B96-F2EA96631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8CB3F2-75D6-4B37-9183-97B638322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27A59-8B53-42EF-8A6A-F95714144C96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43993A-09A7-4442-98AD-E1C1FCEA3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4E29EF-2217-401D-81F5-A2F864DD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690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BCC42D-FEC6-4A59-8221-AAFF0A0BB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923EDE-6B78-4196-AC3A-51E8B30B34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E2C8EF-03A6-4EBE-AFF8-4B567E1F9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F4AC38-DE97-4838-B8E7-024C27A06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16A84-2E54-4624-A826-003C17CDD872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FD11C2-2059-46F9-B67A-9A215D5E0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27132A-02FA-43B0-B437-61CFD8ABC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849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6AC797-5A98-4B8F-AB3B-6AFDEA91B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C41442-A96C-4796-9C92-E59C4CFF3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4A9CDC-3157-496E-8ABB-CA20984FD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E198C73-EFAD-43A1-926D-888DACC1DD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AB96BE3-5C1E-47F6-9E27-EE24678CE8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C4F2A4-AA7D-4E30-BB54-28DC3CEB0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05C44-39BF-44E4-B94C-F4FB7F2A6C70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572DA93-5F54-4ECD-ABD6-F1E5BB7D8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43F9886-70A0-437A-91CC-1F0A0BCE1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404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4E97BF-BFC7-49B3-9B52-67558107A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4C002B6-2A26-43FD-B713-A17EA9EAA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E1FFD-35AF-4985-8565-A2188DE92B7C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895D44B-3C47-43CF-A32F-CC34BAEBE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2F9F72D-42E5-42D4-BB32-E34923BE9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18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741314B-D77A-4021-9403-B8D0EB80A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D1424-3099-4E8E-AFFB-E37D9340D5A7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A1F413-0C27-4E13-80EB-4D21379FD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1D9C14-6EA0-4936-BBAD-2DD89DEF3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8744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544A59-2D4A-497C-9631-FD2542E52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3055B5-98BC-4159-9B9A-6ADE4D479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F74A275-4BD5-45C8-B256-429E8CFB5E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CF624C-EA01-4F92-A554-263E7357E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5CF4D-61BB-4982-BC8C-E58F2312C74D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8A6729-2AE2-4ACE-8AC9-CC895E6AA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CA71DF-33A3-4425-AEDD-99EFC90B2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039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28D722-0AFB-490C-BB16-BCC2DC17F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E6AC74A-3AE2-4531-BD14-2B4C20B313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16F0F2-6049-42CB-9C6D-7FEFC37CC3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DAA1C8-A23B-4273-AC02-1885320B1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BDF4B-176C-448B-84F3-2C74CE5BD4E3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4EF169-4DCB-4E42-ABD1-C37DF1416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C952A7-76B2-4FDD-BAF1-EFDFFA8F0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423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24059A-659D-4AF8-B519-A3DC55769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EFA024-6F10-41A3-AF28-01870D60D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5F0EAA-D2C5-4824-BEA4-295CC55AB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C20F-0C3C-4E57-B8AE-E96957F17B52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77B613-801E-4B84-927B-A62741768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7AE53D-976B-41B0-92BE-3BCAC3300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0748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97CF15B-04BE-4D8A-A79D-77E2541FE6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3FF103-E67C-458F-9CAB-1FBEAB265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A9F4B7-1521-4D09-B864-A5F06A823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F01B7-9B3B-4C03-9E59-A9F867E27619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22DAD3-D964-42A9-9226-B3BE26B84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10B6E4-C3FB-4080-85E8-F224F49D6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559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42D7FC4-A50D-4F55-8286-57A8CF6F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3DCFAF-DD31-4C06-8189-C45487494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CC7EB4-EE25-4B81-AEC9-67D32A7F93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D2F6F1-BF8A-498C-B8DF-C306D313D347}" type="datetime1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4E9601-7591-4951-9861-37CCB493C2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866766-58AB-42AC-A409-68B12390C0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Action Button: Go Forward or Next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DA03AE33-428B-461E-BC32-A38D9483F401}"/>
              </a:ext>
            </a:extLst>
          </p:cNvPr>
          <p:cNvSpPr/>
          <p:nvPr userDrawn="1"/>
        </p:nvSpPr>
        <p:spPr>
          <a:xfrm>
            <a:off x="10957302" y="6005593"/>
            <a:ext cx="396498" cy="350757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Action Button: Go Back or Previous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83C06165-8A2C-469B-A3E8-5A1C1B873774}"/>
              </a:ext>
            </a:extLst>
          </p:cNvPr>
          <p:cNvSpPr/>
          <p:nvPr userDrawn="1"/>
        </p:nvSpPr>
        <p:spPr>
          <a:xfrm>
            <a:off x="10301853" y="6006040"/>
            <a:ext cx="396498" cy="350757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64873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9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1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C7168DF1-440A-43FD-AFFB-7039D18D07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3853"/>
            <a:ext cx="12192000" cy="6858000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816B5D57-A7EA-44A8-A310-EB84CBA0559D}"/>
              </a:ext>
            </a:extLst>
          </p:cNvPr>
          <p:cNvSpPr txBox="1"/>
          <p:nvPr/>
        </p:nvSpPr>
        <p:spPr>
          <a:xfrm>
            <a:off x="1565781" y="4555818"/>
            <a:ext cx="775588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dirty="0" err="1">
                <a:latin typeface="Mistral" panose="03090702030407020403" pitchFamily="66" charset="0"/>
                <a:ea typeface="字魂49号-逍遥行书" panose="00000500000000000000" pitchFamily="2" charset="-122"/>
              </a:rPr>
              <a:t>Bayu</a:t>
            </a:r>
            <a:r>
              <a:rPr lang="en-US" altLang="zh-CN" sz="8000" dirty="0">
                <a:latin typeface="Mistral" panose="03090702030407020403" pitchFamily="66" charset="0"/>
                <a:ea typeface="字魂49号-逍遥行书" panose="00000500000000000000" pitchFamily="2" charset="-122"/>
              </a:rPr>
              <a:t> </a:t>
            </a:r>
            <a:r>
              <a:rPr lang="en-US" altLang="zh-CN" sz="8000" dirty="0" err="1">
                <a:latin typeface="Mistral" panose="03090702030407020403" pitchFamily="66" charset="0"/>
                <a:ea typeface="字魂49号-逍遥行书" panose="00000500000000000000" pitchFamily="2" charset="-122"/>
              </a:rPr>
              <a:t>Alimul</a:t>
            </a:r>
            <a:r>
              <a:rPr lang="en-US" altLang="zh-CN" sz="8000" dirty="0">
                <a:latin typeface="Mistral" panose="03090702030407020403" pitchFamily="66" charset="0"/>
                <a:ea typeface="字魂49号-逍遥行书" panose="00000500000000000000" pitchFamily="2" charset="-122"/>
              </a:rPr>
              <a:t> Ihsan</a:t>
            </a:r>
            <a:endParaRPr lang="zh-CN" altLang="en-US" sz="8000" dirty="0">
              <a:latin typeface="Mistral" panose="03090702030407020403" pitchFamily="66" charset="0"/>
              <a:ea typeface="字魂49号-逍遥行书" panose="00000500000000000000" pitchFamily="2" charset="-122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73D5F701-0D3F-4624-87E2-6ECE505009C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89988" y="2417614"/>
            <a:ext cx="512582" cy="20880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415162A6-ACCF-498C-B76C-804D9D4B9BAE}"/>
              </a:ext>
            </a:extLst>
          </p:cNvPr>
          <p:cNvSpPr txBox="1"/>
          <p:nvPr/>
        </p:nvSpPr>
        <p:spPr>
          <a:xfrm>
            <a:off x="1669497" y="812387"/>
            <a:ext cx="86313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latin typeface="字魂49号-逍遥行书" panose="00000500000000000000" pitchFamily="2" charset="-122"/>
                <a:ea typeface="字魂49号-逍遥行书" panose="00000500000000000000" pitchFamily="2" charset="-122"/>
              </a:rPr>
              <a:t>汇报人：千图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8B83348B-CFC5-42E8-BF92-C861DE2DAA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10" y="-538389"/>
            <a:ext cx="9504270" cy="312665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40A4C9-9946-4F35-B50B-1EFD9971B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1</a:t>
            </a:fld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A75189-85D3-4513-89A4-67835004D5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366" y="950804"/>
            <a:ext cx="2714876" cy="361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81011"/>
      </p:ext>
    </p:extLst>
  </p:cSld>
  <p:clrMapOvr>
    <a:masterClrMapping/>
  </p:clrMapOvr>
  <p:transition spd="slow" advClick="0" advTm="3000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>
            <a:extLst>
              <a:ext uri="{FF2B5EF4-FFF2-40B4-BE49-F238E27FC236}">
                <a16:creationId xmlns:a16="http://schemas.microsoft.com/office/drawing/2014/main" id="{2119D282-5D20-43C8-9C4A-B60B79D18A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C077EAF8-FF07-4A6A-A8C5-D3D8FAF1B96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37" t="-4" r="543" b="100000"/>
          <a:stretch/>
        </p:blipFill>
        <p:spPr>
          <a:xfrm>
            <a:off x="5669280" y="1600201"/>
            <a:ext cx="3642360" cy="153"/>
          </a:xfrm>
          <a:custGeom>
            <a:avLst/>
            <a:gdLst>
              <a:gd name="connsiteX0" fmla="*/ 0 w 3642360"/>
              <a:gd name="connsiteY0" fmla="*/ 0 h 153"/>
              <a:gd name="connsiteX1" fmla="*/ 3642360 w 3642360"/>
              <a:gd name="connsiteY1" fmla="*/ 0 h 153"/>
              <a:gd name="connsiteX2" fmla="*/ 3642360 w 3642360"/>
              <a:gd name="connsiteY2" fmla="*/ 153 h 153"/>
              <a:gd name="connsiteX3" fmla="*/ 0 w 3642360"/>
              <a:gd name="connsiteY3" fmla="*/ 153 h 153"/>
              <a:gd name="connsiteX4" fmla="*/ 0 w 3642360"/>
              <a:gd name="connsiteY4" fmla="*/ 0 h 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42360" h="153">
                <a:moveTo>
                  <a:pt x="0" y="0"/>
                </a:moveTo>
                <a:lnTo>
                  <a:pt x="3642360" y="0"/>
                </a:lnTo>
                <a:lnTo>
                  <a:pt x="3642360" y="153"/>
                </a:lnTo>
                <a:lnTo>
                  <a:pt x="0" y="153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329DFA4-FF21-462E-89DA-E2D0C1C0EA8D}"/>
              </a:ext>
            </a:extLst>
          </p:cNvPr>
          <p:cNvSpPr/>
          <p:nvPr/>
        </p:nvSpPr>
        <p:spPr>
          <a:xfrm>
            <a:off x="654924" y="1220245"/>
            <a:ext cx="7836764" cy="5847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Nama</a:t>
            </a:r>
            <a:r>
              <a:rPr lang="zh-CN" altLang="en-US" sz="32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 </a:t>
            </a:r>
            <a:r>
              <a:rPr lang="en-US" altLang="zh-CN" sz="32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		:	 </a:t>
            </a:r>
            <a:r>
              <a:rPr lang="en-US" altLang="zh-CN" sz="3200" b="1" dirty="0" err="1">
                <a:latin typeface="Tempus Sans ITC" panose="04020404030D07020202" pitchFamily="82" charset="0"/>
                <a:ea typeface="字魂49号-逍遥行书" panose="00000500000000000000" pitchFamily="2" charset="-122"/>
              </a:rPr>
              <a:t>Bayu</a:t>
            </a:r>
            <a:r>
              <a:rPr lang="en-US" altLang="zh-CN" sz="32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 </a:t>
            </a:r>
            <a:r>
              <a:rPr lang="en-US" altLang="zh-CN" sz="3200" b="1" dirty="0" err="1">
                <a:latin typeface="Tempus Sans ITC" panose="04020404030D07020202" pitchFamily="82" charset="0"/>
                <a:ea typeface="字魂49号-逍遥行书" panose="00000500000000000000" pitchFamily="2" charset="-122"/>
              </a:rPr>
              <a:t>Alimul</a:t>
            </a:r>
            <a:r>
              <a:rPr lang="en-US" altLang="zh-CN" sz="32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 Ihsan</a:t>
            </a:r>
            <a:endParaRPr lang="zh-CN" altLang="en-US" sz="3200" b="1" dirty="0">
              <a:latin typeface="Tempus Sans ITC" panose="04020404030D07020202" pitchFamily="82" charset="0"/>
              <a:ea typeface="字魂49号-逍遥行书" panose="00000500000000000000" pitchFamily="2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ED5D5BAE-4809-40CF-9EEC-1108F4D6D54B}"/>
              </a:ext>
            </a:extLst>
          </p:cNvPr>
          <p:cNvSpPr txBox="1"/>
          <p:nvPr/>
        </p:nvSpPr>
        <p:spPr>
          <a:xfrm>
            <a:off x="530943" y="0"/>
            <a:ext cx="23007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latin typeface="字魂49号-逍遥行书" panose="00000500000000000000" pitchFamily="2" charset="-122"/>
                <a:ea typeface="字魂49号-逍遥行书" panose="00000500000000000000" pitchFamily="2" charset="-122"/>
              </a:rPr>
              <a:t>目录</a:t>
            </a: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6F82DC46-D45D-442E-9993-210AFA350F90}"/>
              </a:ext>
            </a:extLst>
          </p:cNvPr>
          <p:cNvGrpSpPr/>
          <p:nvPr/>
        </p:nvGrpSpPr>
        <p:grpSpPr>
          <a:xfrm rot="16200000">
            <a:off x="5589925" y="-964168"/>
            <a:ext cx="819287" cy="4754532"/>
            <a:chOff x="2787445" y="2674376"/>
            <a:chExt cx="1238865" cy="3121740"/>
          </a:xfrm>
        </p:grpSpPr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1621AC34-B6CC-46E2-B09E-8462700BB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600" r="6011" b="68315"/>
            <a:stretch>
              <a:fillRect/>
            </a:stretch>
          </p:blipFill>
          <p:spPr>
            <a:xfrm>
              <a:off x="2787445" y="2674376"/>
              <a:ext cx="1238865" cy="3121740"/>
            </a:xfrm>
            <a:custGeom>
              <a:avLst/>
              <a:gdLst>
                <a:gd name="connsiteX0" fmla="*/ 0 w 2020529"/>
                <a:gd name="connsiteY0" fmla="*/ 0 h 2172929"/>
                <a:gd name="connsiteX1" fmla="*/ 2020529 w 2020529"/>
                <a:gd name="connsiteY1" fmla="*/ 0 h 2172929"/>
                <a:gd name="connsiteX2" fmla="*/ 2020529 w 2020529"/>
                <a:gd name="connsiteY2" fmla="*/ 2172929 h 2172929"/>
                <a:gd name="connsiteX3" fmla="*/ 0 w 2020529"/>
                <a:gd name="connsiteY3" fmla="*/ 2172929 h 2172929"/>
                <a:gd name="connsiteX4" fmla="*/ 0 w 2020529"/>
                <a:gd name="connsiteY4" fmla="*/ 0 h 2172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0529" h="2172929">
                  <a:moveTo>
                    <a:pt x="0" y="0"/>
                  </a:moveTo>
                  <a:lnTo>
                    <a:pt x="2020529" y="0"/>
                  </a:lnTo>
                  <a:lnTo>
                    <a:pt x="2020529" y="2172929"/>
                  </a:lnTo>
                  <a:lnTo>
                    <a:pt x="0" y="2172929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B80FBE7B-0B0C-4445-BFD4-1690A5840AC1}"/>
                </a:ext>
              </a:extLst>
            </p:cNvPr>
            <p:cNvSpPr txBox="1"/>
            <p:nvPr/>
          </p:nvSpPr>
          <p:spPr>
            <a:xfrm>
              <a:off x="2993922" y="3244645"/>
              <a:ext cx="33921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400"/>
                </a:lnSpc>
              </a:pPr>
              <a:endParaRPr lang="zh-CN" altLang="en-US" sz="2400" dirty="0">
                <a:latin typeface="字魂49号-逍遥行书" panose="00000500000000000000" pitchFamily="2" charset="-122"/>
                <a:ea typeface="字魂49号-逍遥行书" panose="00000500000000000000" pitchFamily="2" charset="-122"/>
              </a:endParaRPr>
            </a:p>
          </p:txBody>
        </p:sp>
      </p:grpSp>
      <p:pic>
        <p:nvPicPr>
          <p:cNvPr id="75" name="图片 74">
            <a:extLst>
              <a:ext uri="{FF2B5EF4-FFF2-40B4-BE49-F238E27FC236}">
                <a16:creationId xmlns:a16="http://schemas.microsoft.com/office/drawing/2014/main" id="{6C3E8C3C-27F5-43C4-AC09-2FBA035C6D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708" y="-881151"/>
            <a:ext cx="6787798" cy="2121188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8B821456-1018-4518-A767-53000655E72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13148" y="2067444"/>
            <a:ext cx="2615440" cy="101482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B422341-16A5-4836-808D-B048CD02020A}"/>
              </a:ext>
            </a:extLst>
          </p:cNvPr>
          <p:cNvSpPr txBox="1"/>
          <p:nvPr/>
        </p:nvSpPr>
        <p:spPr>
          <a:xfrm>
            <a:off x="654925" y="1767523"/>
            <a:ext cx="79639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TTL	</a:t>
            </a:r>
            <a:r>
              <a:rPr lang="zh-CN" altLang="en-US" sz="18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 </a:t>
            </a:r>
            <a:r>
              <a:rPr lang="en-US" altLang="zh-CN" sz="18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		</a:t>
            </a:r>
            <a:r>
              <a:rPr lang="en-US" altLang="zh-CN" sz="32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:</a:t>
            </a:r>
            <a:r>
              <a:rPr lang="en-US" altLang="zh-CN" sz="18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	</a:t>
            </a:r>
            <a:r>
              <a:rPr lang="en-US" altLang="zh-CN" sz="32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 Jember-17/11/2008</a:t>
            </a:r>
            <a:endParaRPr lang="zh-CN" altLang="en-US" sz="1800" b="1" dirty="0">
              <a:latin typeface="Tempus Sans ITC" panose="04020404030D07020202" pitchFamily="82" charset="0"/>
              <a:ea typeface="字魂49号-逍遥行书" panose="00000500000000000000" pitchFamily="2" charset="-122"/>
            </a:endParaRPr>
          </a:p>
        </p:txBody>
      </p:sp>
      <p:grpSp>
        <p:nvGrpSpPr>
          <p:cNvPr id="26" name="组合 63">
            <a:extLst>
              <a:ext uri="{FF2B5EF4-FFF2-40B4-BE49-F238E27FC236}">
                <a16:creationId xmlns:a16="http://schemas.microsoft.com/office/drawing/2014/main" id="{AEA1F1D4-3704-4CAC-8D5B-DE0E1C77ADB2}"/>
              </a:ext>
            </a:extLst>
          </p:cNvPr>
          <p:cNvGrpSpPr/>
          <p:nvPr/>
        </p:nvGrpSpPr>
        <p:grpSpPr>
          <a:xfrm rot="16200000">
            <a:off x="5757908" y="-621863"/>
            <a:ext cx="819290" cy="5110055"/>
            <a:chOff x="2787445" y="2674376"/>
            <a:chExt cx="1238865" cy="3121740"/>
          </a:xfrm>
        </p:grpSpPr>
        <p:pic>
          <p:nvPicPr>
            <p:cNvPr id="27" name="图片 57">
              <a:extLst>
                <a:ext uri="{FF2B5EF4-FFF2-40B4-BE49-F238E27FC236}">
                  <a16:creationId xmlns:a16="http://schemas.microsoft.com/office/drawing/2014/main" id="{8899C532-B531-4533-A588-3CACF3EE9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600" r="6011" b="68315"/>
            <a:stretch>
              <a:fillRect/>
            </a:stretch>
          </p:blipFill>
          <p:spPr>
            <a:xfrm>
              <a:off x="2787445" y="2674376"/>
              <a:ext cx="1238865" cy="3121740"/>
            </a:xfrm>
            <a:custGeom>
              <a:avLst/>
              <a:gdLst>
                <a:gd name="connsiteX0" fmla="*/ 0 w 2020529"/>
                <a:gd name="connsiteY0" fmla="*/ 0 h 2172929"/>
                <a:gd name="connsiteX1" fmla="*/ 2020529 w 2020529"/>
                <a:gd name="connsiteY1" fmla="*/ 0 h 2172929"/>
                <a:gd name="connsiteX2" fmla="*/ 2020529 w 2020529"/>
                <a:gd name="connsiteY2" fmla="*/ 2172929 h 2172929"/>
                <a:gd name="connsiteX3" fmla="*/ 0 w 2020529"/>
                <a:gd name="connsiteY3" fmla="*/ 2172929 h 2172929"/>
                <a:gd name="connsiteX4" fmla="*/ 0 w 2020529"/>
                <a:gd name="connsiteY4" fmla="*/ 0 h 2172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0529" h="2172929">
                  <a:moveTo>
                    <a:pt x="0" y="0"/>
                  </a:moveTo>
                  <a:lnTo>
                    <a:pt x="2020529" y="0"/>
                  </a:lnTo>
                  <a:lnTo>
                    <a:pt x="2020529" y="2172929"/>
                  </a:lnTo>
                  <a:lnTo>
                    <a:pt x="0" y="2172929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sp>
          <p:nvSpPr>
            <p:cNvPr id="28" name="文本框 62">
              <a:extLst>
                <a:ext uri="{FF2B5EF4-FFF2-40B4-BE49-F238E27FC236}">
                  <a16:creationId xmlns:a16="http://schemas.microsoft.com/office/drawing/2014/main" id="{116BC19C-E5DC-4018-9120-A53A39622E0B}"/>
                </a:ext>
              </a:extLst>
            </p:cNvPr>
            <p:cNvSpPr txBox="1"/>
            <p:nvPr/>
          </p:nvSpPr>
          <p:spPr>
            <a:xfrm>
              <a:off x="2993922" y="3244645"/>
              <a:ext cx="33921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400"/>
                </a:lnSpc>
              </a:pPr>
              <a:endParaRPr lang="zh-CN" altLang="en-US" sz="2400" dirty="0">
                <a:latin typeface="字魂49号-逍遥行书" panose="00000500000000000000" pitchFamily="2" charset="-122"/>
                <a:ea typeface="字魂49号-逍遥行书" panose="00000500000000000000" pitchFamily="2" charset="-122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A1634A9-ADE6-4EF2-A43D-AD8BB725F9D5}"/>
              </a:ext>
            </a:extLst>
          </p:cNvPr>
          <p:cNvSpPr txBox="1"/>
          <p:nvPr/>
        </p:nvSpPr>
        <p:spPr>
          <a:xfrm>
            <a:off x="654926" y="2276153"/>
            <a:ext cx="80676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Alamat	</a:t>
            </a:r>
            <a:r>
              <a:rPr lang="zh-CN" altLang="en-US" sz="32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 </a:t>
            </a:r>
            <a:r>
              <a:rPr lang="en-US" altLang="zh-CN" sz="32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	:	</a:t>
            </a:r>
            <a:r>
              <a:rPr lang="en-US" altLang="zh-CN" sz="3200" b="1" dirty="0" err="1">
                <a:latin typeface="Tempus Sans ITC" panose="04020404030D07020202" pitchFamily="82" charset="0"/>
                <a:ea typeface="字魂49号-逍遥行书" panose="00000500000000000000" pitchFamily="2" charset="-122"/>
              </a:rPr>
              <a:t>Bagorejo-Gumukmas</a:t>
            </a:r>
            <a:endParaRPr lang="zh-CN" altLang="en-US" sz="3200" b="1" dirty="0">
              <a:latin typeface="Tempus Sans ITC" panose="04020404030D07020202" pitchFamily="82" charset="0"/>
              <a:ea typeface="字魂49号-逍遥行书" panose="00000500000000000000" pitchFamily="2" charset="-122"/>
            </a:endParaRPr>
          </a:p>
        </p:txBody>
      </p:sp>
      <p:grpSp>
        <p:nvGrpSpPr>
          <p:cNvPr id="30" name="组合 63">
            <a:extLst>
              <a:ext uri="{FF2B5EF4-FFF2-40B4-BE49-F238E27FC236}">
                <a16:creationId xmlns:a16="http://schemas.microsoft.com/office/drawing/2014/main" id="{BCADED00-1DD8-4595-9770-B5F2B1FB81CA}"/>
              </a:ext>
            </a:extLst>
          </p:cNvPr>
          <p:cNvGrpSpPr/>
          <p:nvPr/>
        </p:nvGrpSpPr>
        <p:grpSpPr>
          <a:xfrm rot="16200000">
            <a:off x="6006437" y="-341485"/>
            <a:ext cx="869546" cy="5657368"/>
            <a:chOff x="2787445" y="2674376"/>
            <a:chExt cx="1238865" cy="3121740"/>
          </a:xfrm>
        </p:grpSpPr>
        <p:pic>
          <p:nvPicPr>
            <p:cNvPr id="31" name="图片 57">
              <a:extLst>
                <a:ext uri="{FF2B5EF4-FFF2-40B4-BE49-F238E27FC236}">
                  <a16:creationId xmlns:a16="http://schemas.microsoft.com/office/drawing/2014/main" id="{4F385B03-4D3D-48CD-8B76-837B7CF003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600" r="6011" b="68315"/>
            <a:stretch>
              <a:fillRect/>
            </a:stretch>
          </p:blipFill>
          <p:spPr>
            <a:xfrm>
              <a:off x="2787445" y="2674376"/>
              <a:ext cx="1238865" cy="3121740"/>
            </a:xfrm>
            <a:custGeom>
              <a:avLst/>
              <a:gdLst>
                <a:gd name="connsiteX0" fmla="*/ 0 w 2020529"/>
                <a:gd name="connsiteY0" fmla="*/ 0 h 2172929"/>
                <a:gd name="connsiteX1" fmla="*/ 2020529 w 2020529"/>
                <a:gd name="connsiteY1" fmla="*/ 0 h 2172929"/>
                <a:gd name="connsiteX2" fmla="*/ 2020529 w 2020529"/>
                <a:gd name="connsiteY2" fmla="*/ 2172929 h 2172929"/>
                <a:gd name="connsiteX3" fmla="*/ 0 w 2020529"/>
                <a:gd name="connsiteY3" fmla="*/ 2172929 h 2172929"/>
                <a:gd name="connsiteX4" fmla="*/ 0 w 2020529"/>
                <a:gd name="connsiteY4" fmla="*/ 0 h 2172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0529" h="2172929">
                  <a:moveTo>
                    <a:pt x="0" y="0"/>
                  </a:moveTo>
                  <a:lnTo>
                    <a:pt x="2020529" y="0"/>
                  </a:lnTo>
                  <a:lnTo>
                    <a:pt x="2020529" y="2172929"/>
                  </a:lnTo>
                  <a:lnTo>
                    <a:pt x="0" y="2172929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sp>
          <p:nvSpPr>
            <p:cNvPr id="32" name="文本框 62">
              <a:extLst>
                <a:ext uri="{FF2B5EF4-FFF2-40B4-BE49-F238E27FC236}">
                  <a16:creationId xmlns:a16="http://schemas.microsoft.com/office/drawing/2014/main" id="{D01E1029-8D76-4428-8BA1-86309DD907AB}"/>
                </a:ext>
              </a:extLst>
            </p:cNvPr>
            <p:cNvSpPr txBox="1"/>
            <p:nvPr/>
          </p:nvSpPr>
          <p:spPr>
            <a:xfrm>
              <a:off x="2993922" y="3244645"/>
              <a:ext cx="33921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400"/>
                </a:lnSpc>
              </a:pPr>
              <a:endParaRPr lang="zh-CN" altLang="en-US" sz="2400" dirty="0">
                <a:latin typeface="字魂49号-逍遥行书" panose="00000500000000000000" pitchFamily="2" charset="-122"/>
                <a:ea typeface="字魂49号-逍遥行书" panose="00000500000000000000" pitchFamily="2" charset="-122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48A85FBE-BF63-44AA-9661-4BF47E9C0894}"/>
              </a:ext>
            </a:extLst>
          </p:cNvPr>
          <p:cNvSpPr txBox="1"/>
          <p:nvPr/>
        </p:nvSpPr>
        <p:spPr>
          <a:xfrm>
            <a:off x="706761" y="2868530"/>
            <a:ext cx="96151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Hobby </a:t>
            </a:r>
            <a:r>
              <a:rPr lang="zh-CN" altLang="en-US" sz="18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 </a:t>
            </a:r>
            <a:r>
              <a:rPr lang="en-US" altLang="zh-CN" sz="18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		</a:t>
            </a:r>
            <a:r>
              <a:rPr lang="en-US" altLang="zh-CN" sz="32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:	</a:t>
            </a:r>
            <a:r>
              <a:rPr lang="en-US" altLang="zh-CN" sz="3200" b="1" dirty="0" err="1">
                <a:latin typeface="Tempus Sans ITC" panose="04020404030D07020202" pitchFamily="82" charset="0"/>
                <a:ea typeface="字魂49号-逍遥行书" panose="00000500000000000000" pitchFamily="2" charset="-122"/>
              </a:rPr>
              <a:t>Olahraga,Nonton</a:t>
            </a:r>
            <a:r>
              <a:rPr lang="en-US" altLang="zh-CN" sz="32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 Anime/Film</a:t>
            </a:r>
            <a:endParaRPr lang="zh-CN" altLang="en-US" sz="1800" b="1" dirty="0">
              <a:latin typeface="Tempus Sans ITC" panose="04020404030D07020202" pitchFamily="82" charset="0"/>
              <a:ea typeface="字魂49号-逍遥行书" panose="00000500000000000000" pitchFamily="2" charset="-122"/>
            </a:endParaRPr>
          </a:p>
        </p:txBody>
      </p:sp>
      <p:grpSp>
        <p:nvGrpSpPr>
          <p:cNvPr id="38" name="组合 63">
            <a:extLst>
              <a:ext uri="{FF2B5EF4-FFF2-40B4-BE49-F238E27FC236}">
                <a16:creationId xmlns:a16="http://schemas.microsoft.com/office/drawing/2014/main" id="{F24381C0-625B-4CE5-AFF5-8591BFE4791A}"/>
              </a:ext>
            </a:extLst>
          </p:cNvPr>
          <p:cNvGrpSpPr/>
          <p:nvPr/>
        </p:nvGrpSpPr>
        <p:grpSpPr>
          <a:xfrm rot="16200000">
            <a:off x="6686063" y="-688442"/>
            <a:ext cx="869546" cy="7483966"/>
            <a:chOff x="2787445" y="2674376"/>
            <a:chExt cx="1238865" cy="3121740"/>
          </a:xfrm>
        </p:grpSpPr>
        <p:pic>
          <p:nvPicPr>
            <p:cNvPr id="40" name="图片 57">
              <a:extLst>
                <a:ext uri="{FF2B5EF4-FFF2-40B4-BE49-F238E27FC236}">
                  <a16:creationId xmlns:a16="http://schemas.microsoft.com/office/drawing/2014/main" id="{956E638F-D7EF-44AA-80E3-37EAD9A3D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600" r="6011" b="68315"/>
            <a:stretch>
              <a:fillRect/>
            </a:stretch>
          </p:blipFill>
          <p:spPr>
            <a:xfrm>
              <a:off x="2787445" y="2674376"/>
              <a:ext cx="1238865" cy="3121740"/>
            </a:xfrm>
            <a:custGeom>
              <a:avLst/>
              <a:gdLst>
                <a:gd name="connsiteX0" fmla="*/ 0 w 2020529"/>
                <a:gd name="connsiteY0" fmla="*/ 0 h 2172929"/>
                <a:gd name="connsiteX1" fmla="*/ 2020529 w 2020529"/>
                <a:gd name="connsiteY1" fmla="*/ 0 h 2172929"/>
                <a:gd name="connsiteX2" fmla="*/ 2020529 w 2020529"/>
                <a:gd name="connsiteY2" fmla="*/ 2172929 h 2172929"/>
                <a:gd name="connsiteX3" fmla="*/ 0 w 2020529"/>
                <a:gd name="connsiteY3" fmla="*/ 2172929 h 2172929"/>
                <a:gd name="connsiteX4" fmla="*/ 0 w 2020529"/>
                <a:gd name="connsiteY4" fmla="*/ 0 h 2172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0529" h="2172929">
                  <a:moveTo>
                    <a:pt x="0" y="0"/>
                  </a:moveTo>
                  <a:lnTo>
                    <a:pt x="2020529" y="0"/>
                  </a:lnTo>
                  <a:lnTo>
                    <a:pt x="2020529" y="2172929"/>
                  </a:lnTo>
                  <a:lnTo>
                    <a:pt x="0" y="2172929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sp>
          <p:nvSpPr>
            <p:cNvPr id="41" name="文本框 62">
              <a:extLst>
                <a:ext uri="{FF2B5EF4-FFF2-40B4-BE49-F238E27FC236}">
                  <a16:creationId xmlns:a16="http://schemas.microsoft.com/office/drawing/2014/main" id="{EB2A9162-B92E-441E-B7EC-0A55C6AF45E4}"/>
                </a:ext>
              </a:extLst>
            </p:cNvPr>
            <p:cNvSpPr txBox="1"/>
            <p:nvPr/>
          </p:nvSpPr>
          <p:spPr>
            <a:xfrm>
              <a:off x="2993922" y="3244645"/>
              <a:ext cx="33921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400"/>
                </a:lnSpc>
              </a:pPr>
              <a:endParaRPr lang="zh-CN" altLang="en-US" sz="2400" dirty="0">
                <a:latin typeface="字魂49号-逍遥行书" panose="00000500000000000000" pitchFamily="2" charset="-122"/>
                <a:ea typeface="字魂49号-逍遥行书" panose="00000500000000000000" pitchFamily="2" charset="-122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9FA49BE-D5AF-49D9-82FA-AAD26C4474F1}"/>
              </a:ext>
            </a:extLst>
          </p:cNvPr>
          <p:cNvSpPr txBox="1"/>
          <p:nvPr/>
        </p:nvSpPr>
        <p:spPr>
          <a:xfrm>
            <a:off x="734006" y="3379873"/>
            <a:ext cx="86827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 err="1">
                <a:latin typeface="Tempus Sans ITC" panose="04020404030D07020202" pitchFamily="82" charset="0"/>
                <a:ea typeface="字魂49号-逍遥行书" panose="00000500000000000000" pitchFamily="2" charset="-122"/>
              </a:rPr>
              <a:t>Tempat</a:t>
            </a:r>
            <a:r>
              <a:rPr lang="en-US" altLang="zh-CN" sz="32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 Fav </a:t>
            </a:r>
            <a:r>
              <a:rPr lang="zh-CN" altLang="en-US" sz="18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 </a:t>
            </a:r>
            <a:r>
              <a:rPr lang="en-US" altLang="zh-CN" sz="18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	</a:t>
            </a:r>
            <a:r>
              <a:rPr lang="en-US" altLang="zh-CN" sz="32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:	Candi </a:t>
            </a:r>
            <a:r>
              <a:rPr lang="en-US" altLang="zh-CN" sz="3200" b="1" dirty="0" err="1">
                <a:latin typeface="Tempus Sans ITC" panose="04020404030D07020202" pitchFamily="82" charset="0"/>
                <a:ea typeface="字魂49号-逍遥行书" panose="00000500000000000000" pitchFamily="2" charset="-122"/>
              </a:rPr>
              <a:t>Prambanan</a:t>
            </a:r>
            <a:endParaRPr lang="zh-CN" altLang="en-US" sz="1800" b="1" dirty="0">
              <a:latin typeface="Tempus Sans ITC" panose="04020404030D07020202" pitchFamily="82" charset="0"/>
              <a:ea typeface="字魂49号-逍遥行书" panose="00000500000000000000" pitchFamily="2" charset="-122"/>
            </a:endParaRPr>
          </a:p>
        </p:txBody>
      </p:sp>
      <p:grpSp>
        <p:nvGrpSpPr>
          <p:cNvPr id="33" name="组合 63">
            <a:extLst>
              <a:ext uri="{FF2B5EF4-FFF2-40B4-BE49-F238E27FC236}">
                <a16:creationId xmlns:a16="http://schemas.microsoft.com/office/drawing/2014/main" id="{AE31275B-E181-4A4E-81C2-537147C93BE5}"/>
              </a:ext>
            </a:extLst>
          </p:cNvPr>
          <p:cNvGrpSpPr/>
          <p:nvPr/>
        </p:nvGrpSpPr>
        <p:grpSpPr>
          <a:xfrm rot="16200000">
            <a:off x="6039354" y="776178"/>
            <a:ext cx="771418" cy="5605522"/>
            <a:chOff x="2787445" y="2674376"/>
            <a:chExt cx="1238865" cy="3121740"/>
          </a:xfrm>
        </p:grpSpPr>
        <p:pic>
          <p:nvPicPr>
            <p:cNvPr id="34" name="图片 57">
              <a:extLst>
                <a:ext uri="{FF2B5EF4-FFF2-40B4-BE49-F238E27FC236}">
                  <a16:creationId xmlns:a16="http://schemas.microsoft.com/office/drawing/2014/main" id="{615EF3A7-46D3-451C-9DC3-2A277767E5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600" r="6011" b="68315"/>
            <a:stretch>
              <a:fillRect/>
            </a:stretch>
          </p:blipFill>
          <p:spPr>
            <a:xfrm>
              <a:off x="2787445" y="2674376"/>
              <a:ext cx="1238865" cy="3121740"/>
            </a:xfrm>
            <a:custGeom>
              <a:avLst/>
              <a:gdLst>
                <a:gd name="connsiteX0" fmla="*/ 0 w 2020529"/>
                <a:gd name="connsiteY0" fmla="*/ 0 h 2172929"/>
                <a:gd name="connsiteX1" fmla="*/ 2020529 w 2020529"/>
                <a:gd name="connsiteY1" fmla="*/ 0 h 2172929"/>
                <a:gd name="connsiteX2" fmla="*/ 2020529 w 2020529"/>
                <a:gd name="connsiteY2" fmla="*/ 2172929 h 2172929"/>
                <a:gd name="connsiteX3" fmla="*/ 0 w 2020529"/>
                <a:gd name="connsiteY3" fmla="*/ 2172929 h 2172929"/>
                <a:gd name="connsiteX4" fmla="*/ 0 w 2020529"/>
                <a:gd name="connsiteY4" fmla="*/ 0 h 2172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0529" h="2172929">
                  <a:moveTo>
                    <a:pt x="0" y="0"/>
                  </a:moveTo>
                  <a:lnTo>
                    <a:pt x="2020529" y="0"/>
                  </a:lnTo>
                  <a:lnTo>
                    <a:pt x="2020529" y="2172929"/>
                  </a:lnTo>
                  <a:lnTo>
                    <a:pt x="0" y="2172929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sp>
          <p:nvSpPr>
            <p:cNvPr id="37" name="文本框 62">
              <a:extLst>
                <a:ext uri="{FF2B5EF4-FFF2-40B4-BE49-F238E27FC236}">
                  <a16:creationId xmlns:a16="http://schemas.microsoft.com/office/drawing/2014/main" id="{5D896768-EDB8-4867-902A-D0F689BA6021}"/>
                </a:ext>
              </a:extLst>
            </p:cNvPr>
            <p:cNvSpPr txBox="1"/>
            <p:nvPr/>
          </p:nvSpPr>
          <p:spPr>
            <a:xfrm>
              <a:off x="2993922" y="3244645"/>
              <a:ext cx="33921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400"/>
                </a:lnSpc>
              </a:pPr>
              <a:endParaRPr lang="zh-CN" altLang="en-US" sz="2400" dirty="0">
                <a:latin typeface="字魂49号-逍遥行书" panose="00000500000000000000" pitchFamily="2" charset="-122"/>
                <a:ea typeface="字魂49号-逍遥行书" panose="00000500000000000000" pitchFamily="2" charset="-122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E3F6F6FE-8F36-4F84-BBE3-3AC151BB96D8}"/>
              </a:ext>
            </a:extLst>
          </p:cNvPr>
          <p:cNvSpPr txBox="1"/>
          <p:nvPr/>
        </p:nvSpPr>
        <p:spPr>
          <a:xfrm>
            <a:off x="795999" y="4757911"/>
            <a:ext cx="86827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 err="1">
                <a:latin typeface="Tempus Sans ITC" panose="04020404030D07020202" pitchFamily="82" charset="0"/>
                <a:ea typeface="字魂49号-逍遥行书" panose="00000500000000000000" pitchFamily="2" charset="-122"/>
              </a:rPr>
              <a:t>Tokoh</a:t>
            </a:r>
            <a:r>
              <a:rPr lang="en-US" altLang="zh-CN" sz="32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 Fav </a:t>
            </a:r>
            <a:r>
              <a:rPr lang="zh-CN" altLang="en-US" sz="18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 </a:t>
            </a:r>
            <a:r>
              <a:rPr lang="en-US" altLang="zh-CN" sz="18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	</a:t>
            </a:r>
            <a:r>
              <a:rPr lang="en-US" altLang="zh-CN" sz="32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:	Ferry </a:t>
            </a:r>
            <a:r>
              <a:rPr lang="en-US" altLang="zh-CN" sz="3200" b="1" dirty="0" err="1">
                <a:latin typeface="Tempus Sans ITC" panose="04020404030D07020202" pitchFamily="82" charset="0"/>
                <a:ea typeface="字魂49号-逍遥行书" panose="00000500000000000000" pitchFamily="2" charset="-122"/>
              </a:rPr>
              <a:t>Irwandi</a:t>
            </a:r>
            <a:endParaRPr lang="zh-CN" altLang="en-US" sz="1800" b="1" dirty="0">
              <a:latin typeface="Tempus Sans ITC" panose="04020404030D07020202" pitchFamily="82" charset="0"/>
              <a:ea typeface="字魂49号-逍遥行书" panose="00000500000000000000" pitchFamily="2" charset="-122"/>
            </a:endParaRPr>
          </a:p>
        </p:txBody>
      </p:sp>
      <p:grpSp>
        <p:nvGrpSpPr>
          <p:cNvPr id="44" name="组合 63">
            <a:extLst>
              <a:ext uri="{FF2B5EF4-FFF2-40B4-BE49-F238E27FC236}">
                <a16:creationId xmlns:a16="http://schemas.microsoft.com/office/drawing/2014/main" id="{DC9FE56B-92E8-4CCA-8057-31F788EE5EDC}"/>
              </a:ext>
            </a:extLst>
          </p:cNvPr>
          <p:cNvGrpSpPr/>
          <p:nvPr/>
        </p:nvGrpSpPr>
        <p:grpSpPr>
          <a:xfrm rot="16200000">
            <a:off x="5467262" y="2794208"/>
            <a:ext cx="806319" cy="4346406"/>
            <a:chOff x="2787445" y="2674376"/>
            <a:chExt cx="1238865" cy="3121740"/>
          </a:xfrm>
        </p:grpSpPr>
        <p:pic>
          <p:nvPicPr>
            <p:cNvPr id="45" name="图片 57">
              <a:extLst>
                <a:ext uri="{FF2B5EF4-FFF2-40B4-BE49-F238E27FC236}">
                  <a16:creationId xmlns:a16="http://schemas.microsoft.com/office/drawing/2014/main" id="{B72C6040-D9C8-4130-B4EB-F0ED9C2B1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600" r="6011" b="68315"/>
            <a:stretch>
              <a:fillRect/>
            </a:stretch>
          </p:blipFill>
          <p:spPr>
            <a:xfrm>
              <a:off x="2787445" y="2674376"/>
              <a:ext cx="1238865" cy="3121740"/>
            </a:xfrm>
            <a:custGeom>
              <a:avLst/>
              <a:gdLst>
                <a:gd name="connsiteX0" fmla="*/ 0 w 2020529"/>
                <a:gd name="connsiteY0" fmla="*/ 0 h 2172929"/>
                <a:gd name="connsiteX1" fmla="*/ 2020529 w 2020529"/>
                <a:gd name="connsiteY1" fmla="*/ 0 h 2172929"/>
                <a:gd name="connsiteX2" fmla="*/ 2020529 w 2020529"/>
                <a:gd name="connsiteY2" fmla="*/ 2172929 h 2172929"/>
                <a:gd name="connsiteX3" fmla="*/ 0 w 2020529"/>
                <a:gd name="connsiteY3" fmla="*/ 2172929 h 2172929"/>
                <a:gd name="connsiteX4" fmla="*/ 0 w 2020529"/>
                <a:gd name="connsiteY4" fmla="*/ 0 h 2172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0529" h="2172929">
                  <a:moveTo>
                    <a:pt x="0" y="0"/>
                  </a:moveTo>
                  <a:lnTo>
                    <a:pt x="2020529" y="0"/>
                  </a:lnTo>
                  <a:lnTo>
                    <a:pt x="2020529" y="2172929"/>
                  </a:lnTo>
                  <a:lnTo>
                    <a:pt x="0" y="2172929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sp>
          <p:nvSpPr>
            <p:cNvPr id="46" name="文本框 62">
              <a:extLst>
                <a:ext uri="{FF2B5EF4-FFF2-40B4-BE49-F238E27FC236}">
                  <a16:creationId xmlns:a16="http://schemas.microsoft.com/office/drawing/2014/main" id="{AD900F72-1B9D-4F31-A388-81E07FC14101}"/>
                </a:ext>
              </a:extLst>
            </p:cNvPr>
            <p:cNvSpPr txBox="1"/>
            <p:nvPr/>
          </p:nvSpPr>
          <p:spPr>
            <a:xfrm>
              <a:off x="2993922" y="3244645"/>
              <a:ext cx="33921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400"/>
                </a:lnSpc>
              </a:pPr>
              <a:endParaRPr lang="zh-CN" altLang="en-US" sz="2400" dirty="0">
                <a:latin typeface="字魂49号-逍遥行书" panose="00000500000000000000" pitchFamily="2" charset="-122"/>
                <a:ea typeface="字魂49号-逍遥行书" panose="00000500000000000000" pitchFamily="2" charset="-122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E7D8FD-2923-41B8-A79D-E41E34563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A198B75-FF50-43D2-B958-70F846435A5A}"/>
              </a:ext>
            </a:extLst>
          </p:cNvPr>
          <p:cNvSpPr txBox="1"/>
          <p:nvPr/>
        </p:nvSpPr>
        <p:spPr>
          <a:xfrm>
            <a:off x="3975652" y="3903366"/>
            <a:ext cx="78399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Karena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kemegahan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bangunan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,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suasana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 yang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nyaman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, dan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pengalaman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menyenangkan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selama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berada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 di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sana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. Saya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berharap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suatu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saat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bisa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kembali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mengunjunginya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.</a:t>
            </a:r>
            <a:endParaRPr lang="zh-CN" altLang="en-US" sz="1800" b="1" dirty="0">
              <a:latin typeface="Tempus Sans ITC" panose="04020404030D07020202" pitchFamily="82" charset="0"/>
              <a:ea typeface="字魂49号-逍遥行书" panose="00000500000000000000" pitchFamily="2" charset="-122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488C3FB-92C9-495A-8B9F-62DF8A926B5F}"/>
              </a:ext>
            </a:extLst>
          </p:cNvPr>
          <p:cNvSpPr txBox="1"/>
          <p:nvPr/>
        </p:nvSpPr>
        <p:spPr>
          <a:xfrm>
            <a:off x="3975652" y="5214049"/>
            <a:ext cx="78399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Karena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saya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sering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mengikuti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kontennya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. Saya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suka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cara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beliau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menjelaskan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suatu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topik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dengan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 data dan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logika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,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sehingga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membuat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saya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belajar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untuk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tidak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langsung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percaya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 pada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suatu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informasi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tanpa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mencari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sumber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 yang </a:t>
            </a:r>
            <a:r>
              <a:rPr lang="en-ID" sz="1800" kern="1200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jelas</a:t>
            </a:r>
            <a:r>
              <a:rPr lang="en-ID" sz="1800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+mn-ea"/>
                <a:cs typeface="+mn-cs"/>
              </a:rPr>
              <a:t>. </a:t>
            </a:r>
            <a:endParaRPr lang="zh-CN" altLang="en-US" sz="1800" b="1" dirty="0">
              <a:latin typeface="Tempus Sans ITC" panose="04020404030D07020202" pitchFamily="82" charset="0"/>
              <a:ea typeface="字魂49号-逍遥行书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2005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3CBCF5A0-3089-4C6A-BF76-5941CBE2A6B0}"/>
              </a:ext>
            </a:extLst>
          </p:cNvPr>
          <p:cNvGrpSpPr/>
          <p:nvPr/>
        </p:nvGrpSpPr>
        <p:grpSpPr>
          <a:xfrm>
            <a:off x="183975" y="0"/>
            <a:ext cx="3827587" cy="923988"/>
            <a:chOff x="360956" y="0"/>
            <a:chExt cx="3827587" cy="92398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62CB000-5598-4CC2-877C-6E63588A278C}"/>
                </a:ext>
              </a:extLst>
            </p:cNvPr>
            <p:cNvSpPr/>
            <p:nvPr/>
          </p:nvSpPr>
          <p:spPr>
            <a:xfrm>
              <a:off x="360956" y="0"/>
              <a:ext cx="184731" cy="92333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zh-CN" altLang="en-US" sz="5400" dirty="0">
                  <a:latin typeface="字魂49号-逍遥行书" panose="00000500000000000000" pitchFamily="2" charset="-122"/>
                  <a:ea typeface="字魂49号-逍遥行书" panose="00000500000000000000" pitchFamily="2" charset="-122"/>
                </a:rPr>
                <a:t>贰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411A317-6A4B-41B7-B176-285B819AAED9}"/>
                </a:ext>
              </a:extLst>
            </p:cNvPr>
            <p:cNvSpPr txBox="1"/>
            <p:nvPr/>
          </p:nvSpPr>
          <p:spPr>
            <a:xfrm>
              <a:off x="1268362" y="339213"/>
              <a:ext cx="29201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latin typeface="字魂49号-逍遥行书" panose="00000500000000000000" pitchFamily="2" charset="-122"/>
                  <a:ea typeface="字魂49号-逍遥行书" panose="00000500000000000000" pitchFamily="2" charset="-122"/>
                </a:rPr>
                <a:t>输入标题</a:t>
              </a: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49CB8B54-15ED-49A7-BB07-A854C3F175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24321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0256F1A5-204D-4C37-84E5-53E1E2DE9953}"/>
              </a:ext>
            </a:extLst>
          </p:cNvPr>
          <p:cNvSpPr txBox="1"/>
          <p:nvPr/>
        </p:nvSpPr>
        <p:spPr>
          <a:xfrm>
            <a:off x="5192683" y="3032097"/>
            <a:ext cx="43419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字魂49号-逍遥行书" panose="00000500000000000000" pitchFamily="2" charset="-122"/>
                <a:ea typeface="字魂49号-逍遥行书" panose="00000500000000000000" pitchFamily="2" charset="-122"/>
              </a:rPr>
              <a:t>输入标题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74AAB6DF-F2E5-4349-AD19-D03FB68238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03" t="215" r="52108" b="67312"/>
          <a:stretch>
            <a:fillRect/>
          </a:stretch>
        </p:blipFill>
        <p:spPr>
          <a:xfrm>
            <a:off x="5292581" y="2092976"/>
            <a:ext cx="879986" cy="3746091"/>
          </a:xfrm>
          <a:custGeom>
            <a:avLst/>
            <a:gdLst>
              <a:gd name="connsiteX0" fmla="*/ 83573 w 2020529"/>
              <a:gd name="connsiteY0" fmla="*/ 762001 h 3569109"/>
              <a:gd name="connsiteX1" fmla="*/ 83573 w 2020529"/>
              <a:gd name="connsiteY1" fmla="*/ 2546555 h 3569109"/>
              <a:gd name="connsiteX2" fmla="*/ 614515 w 2020529"/>
              <a:gd name="connsiteY2" fmla="*/ 2546555 h 3569109"/>
              <a:gd name="connsiteX3" fmla="*/ 614515 w 2020529"/>
              <a:gd name="connsiteY3" fmla="*/ 762001 h 3569109"/>
              <a:gd name="connsiteX4" fmla="*/ 0 w 2020529"/>
              <a:gd name="connsiteY4" fmla="*/ 0 h 3569109"/>
              <a:gd name="connsiteX5" fmla="*/ 2020529 w 2020529"/>
              <a:gd name="connsiteY5" fmla="*/ 0 h 3569109"/>
              <a:gd name="connsiteX6" fmla="*/ 2020529 w 2020529"/>
              <a:gd name="connsiteY6" fmla="*/ 3569109 h 3569109"/>
              <a:gd name="connsiteX7" fmla="*/ 0 w 2020529"/>
              <a:gd name="connsiteY7" fmla="*/ 3569109 h 356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20529" h="3569109">
                <a:moveTo>
                  <a:pt x="83573" y="762001"/>
                </a:moveTo>
                <a:lnTo>
                  <a:pt x="83573" y="2546555"/>
                </a:lnTo>
                <a:lnTo>
                  <a:pt x="614515" y="2546555"/>
                </a:lnTo>
                <a:lnTo>
                  <a:pt x="614515" y="762001"/>
                </a:lnTo>
                <a:close/>
                <a:moveTo>
                  <a:pt x="0" y="0"/>
                </a:moveTo>
                <a:lnTo>
                  <a:pt x="2020529" y="0"/>
                </a:lnTo>
                <a:lnTo>
                  <a:pt x="2020529" y="3569109"/>
                </a:lnTo>
                <a:lnTo>
                  <a:pt x="0" y="3569109"/>
                </a:lnTo>
                <a:close/>
              </a:path>
            </a:pathLst>
          </a:custGeom>
        </p:spPr>
      </p:pic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1303859-AE37-427B-83E4-FBF46EE76508}"/>
              </a:ext>
            </a:extLst>
          </p:cNvPr>
          <p:cNvCxnSpPr/>
          <p:nvPr/>
        </p:nvCxnSpPr>
        <p:spPr>
          <a:xfrm>
            <a:off x="7838591" y="2031819"/>
            <a:ext cx="195888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FB6845DB-5AE2-4BDC-AE7B-EB81BDB7B58B}"/>
              </a:ext>
            </a:extLst>
          </p:cNvPr>
          <p:cNvCxnSpPr>
            <a:cxnSpLocks/>
          </p:cNvCxnSpPr>
          <p:nvPr/>
        </p:nvCxnSpPr>
        <p:spPr>
          <a:xfrm>
            <a:off x="6733460" y="5201479"/>
            <a:ext cx="4310902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1A8B238-A412-4337-85BE-5091AF1E45DA}"/>
              </a:ext>
            </a:extLst>
          </p:cNvPr>
          <p:cNvGrpSpPr/>
          <p:nvPr/>
        </p:nvGrpSpPr>
        <p:grpSpPr>
          <a:xfrm>
            <a:off x="-89741" y="689097"/>
            <a:ext cx="5318927" cy="3746090"/>
            <a:chOff x="126337" y="-331687"/>
            <a:chExt cx="11703352" cy="6921610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203E92BC-5EE3-4DFA-A794-F9B927FA6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37" y="-331687"/>
              <a:ext cx="11703352" cy="3657298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83206175-0FB9-46B0-ADD2-D62AB2705B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2816942" y="2932625"/>
              <a:ext cx="8353986" cy="3657298"/>
            </a:xfrm>
            <a:prstGeom prst="rect">
              <a:avLst/>
            </a:prstGeom>
          </p:spPr>
        </p:pic>
      </p:grpSp>
      <p:pic>
        <p:nvPicPr>
          <p:cNvPr id="1026" name="Picture 2" descr="Prambanan Lukisan KG0CPH - ikiae">
            <a:extLst>
              <a:ext uri="{FF2B5EF4-FFF2-40B4-BE49-F238E27FC236}">
                <a16:creationId xmlns:a16="http://schemas.microsoft.com/office/drawing/2014/main" id="{363A556D-A7D5-4A7C-8424-B7A90E2D9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21498" y="1273214"/>
            <a:ext cx="6193798" cy="5963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0D2C61E-0DC0-45D6-96E8-28A0A8B5890E}"/>
              </a:ext>
            </a:extLst>
          </p:cNvPr>
          <p:cNvSpPr txBox="1"/>
          <p:nvPr/>
        </p:nvSpPr>
        <p:spPr>
          <a:xfrm>
            <a:off x="6406891" y="2133627"/>
            <a:ext cx="46886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2000" dirty="0"/>
              <a:t>Saya </a:t>
            </a:r>
            <a:r>
              <a:rPr lang="en-ID" sz="2000" dirty="0" err="1"/>
              <a:t>memilih</a:t>
            </a:r>
            <a:r>
              <a:rPr lang="en-ID" sz="2000" dirty="0"/>
              <a:t> Candi </a:t>
            </a:r>
            <a:r>
              <a:rPr lang="en-ID" sz="2000" dirty="0" err="1"/>
              <a:t>Prambanan</a:t>
            </a:r>
            <a:r>
              <a:rPr lang="en-ID" sz="2000" dirty="0"/>
              <a:t> </a:t>
            </a:r>
            <a:r>
              <a:rPr lang="en-ID" sz="2000" dirty="0" err="1"/>
              <a:t>sebagai</a:t>
            </a:r>
            <a:r>
              <a:rPr lang="en-ID" sz="2000" dirty="0"/>
              <a:t> </a:t>
            </a:r>
            <a:r>
              <a:rPr lang="en-ID" sz="2000" dirty="0" err="1"/>
              <a:t>tempat</a:t>
            </a:r>
            <a:r>
              <a:rPr lang="en-ID" sz="2000" dirty="0"/>
              <a:t> </a:t>
            </a:r>
            <a:r>
              <a:rPr lang="en-ID" sz="2000" dirty="0" err="1"/>
              <a:t>favorit</a:t>
            </a:r>
            <a:r>
              <a:rPr lang="en-ID" sz="2000" dirty="0"/>
              <a:t> </a:t>
            </a:r>
            <a:r>
              <a:rPr lang="en-ID" sz="2000" dirty="0" err="1"/>
              <a:t>karena</a:t>
            </a:r>
            <a:r>
              <a:rPr lang="en-ID" sz="2000" dirty="0"/>
              <a:t> </a:t>
            </a:r>
            <a:r>
              <a:rPr lang="en-ID" sz="2000" dirty="0" err="1"/>
              <a:t>pernah</a:t>
            </a:r>
            <a:r>
              <a:rPr lang="en-ID" sz="2000" dirty="0"/>
              <a:t> </a:t>
            </a:r>
            <a:r>
              <a:rPr lang="en-ID" sz="2000" dirty="0" err="1"/>
              <a:t>mengunjunginya</a:t>
            </a:r>
            <a:r>
              <a:rPr lang="en-ID" sz="2000" dirty="0"/>
              <a:t> </a:t>
            </a:r>
            <a:r>
              <a:rPr lang="en-ID" sz="2000" dirty="0" err="1"/>
              <a:t>saat</a:t>
            </a:r>
            <a:r>
              <a:rPr lang="en-ID" sz="2000" dirty="0"/>
              <a:t> study tour di SMP. </a:t>
            </a:r>
            <a:r>
              <a:rPr lang="en-ID" sz="2000" dirty="0" err="1"/>
              <a:t>Meskipun</a:t>
            </a:r>
            <a:r>
              <a:rPr lang="en-ID" sz="2000" dirty="0"/>
              <a:t> </a:t>
            </a:r>
            <a:r>
              <a:rPr lang="en-ID" sz="2000" dirty="0" err="1"/>
              <a:t>baru</a:t>
            </a:r>
            <a:r>
              <a:rPr lang="en-ID" sz="2000" dirty="0"/>
              <a:t> </a:t>
            </a:r>
            <a:r>
              <a:rPr lang="en-ID" sz="2000" dirty="0" err="1"/>
              <a:t>sekali</a:t>
            </a:r>
            <a:r>
              <a:rPr lang="en-ID" sz="2000" dirty="0"/>
              <a:t> </a:t>
            </a:r>
            <a:r>
              <a:rPr lang="en-ID" sz="2000" dirty="0" err="1"/>
              <a:t>berkunjung</a:t>
            </a:r>
            <a:r>
              <a:rPr lang="en-ID" sz="2000" dirty="0"/>
              <a:t>, </a:t>
            </a:r>
            <a:r>
              <a:rPr lang="en-ID" sz="2000" dirty="0" err="1"/>
              <a:t>saya</a:t>
            </a:r>
            <a:r>
              <a:rPr lang="en-ID" sz="2000" dirty="0"/>
              <a:t> </a:t>
            </a:r>
            <a:r>
              <a:rPr lang="en-ID" sz="2000" dirty="0" err="1"/>
              <a:t>masih</a:t>
            </a:r>
            <a:r>
              <a:rPr lang="en-ID" sz="2000" dirty="0"/>
              <a:t> </a:t>
            </a:r>
            <a:r>
              <a:rPr lang="en-ID" sz="2000" dirty="0" err="1"/>
              <a:t>mengingat</a:t>
            </a:r>
            <a:r>
              <a:rPr lang="en-ID" sz="2000" dirty="0"/>
              <a:t> </a:t>
            </a:r>
            <a:r>
              <a:rPr lang="en-ID" sz="2000" dirty="0" err="1"/>
              <a:t>kemegahan</a:t>
            </a:r>
            <a:r>
              <a:rPr lang="en-ID" sz="2000" dirty="0"/>
              <a:t> </a:t>
            </a:r>
            <a:r>
              <a:rPr lang="en-ID" sz="2000" dirty="0" err="1"/>
              <a:t>bangunan</a:t>
            </a:r>
            <a:r>
              <a:rPr lang="en-ID" sz="2000" dirty="0"/>
              <a:t>, </a:t>
            </a:r>
            <a:r>
              <a:rPr lang="en-ID" sz="2000" dirty="0" err="1"/>
              <a:t>suasana</a:t>
            </a:r>
            <a:r>
              <a:rPr lang="en-ID" sz="2000" dirty="0"/>
              <a:t> yang </a:t>
            </a:r>
            <a:r>
              <a:rPr lang="en-ID" sz="2000" dirty="0" err="1"/>
              <a:t>nyaman</a:t>
            </a:r>
            <a:r>
              <a:rPr lang="en-ID" sz="2000" dirty="0"/>
              <a:t>, dan </a:t>
            </a:r>
            <a:r>
              <a:rPr lang="en-ID" sz="2000" dirty="0" err="1"/>
              <a:t>pengalaman</a:t>
            </a:r>
            <a:r>
              <a:rPr lang="en-ID" sz="2000" dirty="0"/>
              <a:t> </a:t>
            </a:r>
            <a:r>
              <a:rPr lang="en-ID" sz="2000" dirty="0" err="1"/>
              <a:t>menyenangkan</a:t>
            </a:r>
            <a:r>
              <a:rPr lang="en-ID" sz="2000" dirty="0"/>
              <a:t> </a:t>
            </a:r>
            <a:r>
              <a:rPr lang="en-ID" sz="2000" dirty="0" err="1"/>
              <a:t>selama</a:t>
            </a:r>
            <a:r>
              <a:rPr lang="en-ID" sz="2000" dirty="0"/>
              <a:t> </a:t>
            </a:r>
            <a:r>
              <a:rPr lang="en-ID" sz="2000" dirty="0" err="1"/>
              <a:t>berada</a:t>
            </a:r>
            <a:r>
              <a:rPr lang="en-ID" sz="2000" dirty="0"/>
              <a:t> di </a:t>
            </a:r>
            <a:r>
              <a:rPr lang="en-ID" sz="2000" dirty="0" err="1"/>
              <a:t>sana</a:t>
            </a:r>
            <a:r>
              <a:rPr lang="en-ID" sz="2000" dirty="0"/>
              <a:t>. Saya </a:t>
            </a:r>
            <a:r>
              <a:rPr lang="en-ID" sz="2000" dirty="0" err="1"/>
              <a:t>berharap</a:t>
            </a:r>
            <a:r>
              <a:rPr lang="en-ID" sz="2000" dirty="0"/>
              <a:t> </a:t>
            </a:r>
            <a:r>
              <a:rPr lang="en-ID" sz="2000" dirty="0" err="1"/>
              <a:t>suatu</a:t>
            </a:r>
            <a:r>
              <a:rPr lang="en-ID" sz="2000" dirty="0"/>
              <a:t> </a:t>
            </a:r>
            <a:r>
              <a:rPr lang="en-ID" sz="2000" dirty="0" err="1"/>
              <a:t>saat</a:t>
            </a:r>
            <a:r>
              <a:rPr lang="en-ID" sz="2000" dirty="0"/>
              <a:t> </a:t>
            </a:r>
            <a:r>
              <a:rPr lang="en-ID" sz="2000" dirty="0" err="1"/>
              <a:t>bisa</a:t>
            </a:r>
            <a:r>
              <a:rPr lang="en-ID" sz="2000" dirty="0"/>
              <a:t> </a:t>
            </a:r>
            <a:r>
              <a:rPr lang="en-ID" sz="2000" dirty="0" err="1"/>
              <a:t>kembali</a:t>
            </a:r>
            <a:r>
              <a:rPr lang="en-ID" sz="2000" dirty="0"/>
              <a:t> </a:t>
            </a:r>
            <a:r>
              <a:rPr lang="en-ID" sz="2000" dirty="0" err="1"/>
              <a:t>mengunjunginya</a:t>
            </a:r>
            <a:r>
              <a:rPr lang="en-ID" sz="2000" dirty="0"/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AB3F1C-F355-4BD9-A0B8-E84F8D8826CC}"/>
              </a:ext>
            </a:extLst>
          </p:cNvPr>
          <p:cNvSpPr txBox="1"/>
          <p:nvPr/>
        </p:nvSpPr>
        <p:spPr>
          <a:xfrm>
            <a:off x="7087227" y="1385488"/>
            <a:ext cx="35898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Candi </a:t>
            </a:r>
            <a:r>
              <a:rPr lang="en-US" altLang="zh-CN" sz="3600" b="1" dirty="0" err="1">
                <a:latin typeface="Tempus Sans ITC" panose="04020404030D07020202" pitchFamily="82" charset="0"/>
                <a:ea typeface="字魂49号-逍遥行书" panose="00000500000000000000" pitchFamily="2" charset="-122"/>
              </a:rPr>
              <a:t>Prambanan</a:t>
            </a:r>
            <a:endParaRPr lang="zh-CN" altLang="en-US" sz="3600" b="1" dirty="0">
              <a:latin typeface="Tempus Sans ITC" panose="04020404030D07020202" pitchFamily="82" charset="0"/>
              <a:ea typeface="字魂49号-逍遥行书" panose="00000500000000000000" pitchFamily="2" charset="-122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FDAD2-95B8-42D7-A3A9-02E8D5359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0622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EDBC8EE3-AE33-4ED5-A664-604BD3F47339}"/>
              </a:ext>
            </a:extLst>
          </p:cNvPr>
          <p:cNvGrpSpPr/>
          <p:nvPr/>
        </p:nvGrpSpPr>
        <p:grpSpPr>
          <a:xfrm>
            <a:off x="183975" y="0"/>
            <a:ext cx="3827587" cy="923988"/>
            <a:chOff x="360956" y="0"/>
            <a:chExt cx="3827587" cy="92398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F7C1541-15E8-47FE-B8FC-0B49259C6723}"/>
                </a:ext>
              </a:extLst>
            </p:cNvPr>
            <p:cNvSpPr/>
            <p:nvPr/>
          </p:nvSpPr>
          <p:spPr>
            <a:xfrm>
              <a:off x="360956" y="0"/>
              <a:ext cx="877163" cy="92333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zh-CN" altLang="en-US" sz="5400" dirty="0">
                  <a:latin typeface="字魂49号-逍遥行书" panose="00000500000000000000" pitchFamily="2" charset="-122"/>
                  <a:ea typeface="字魂49号-逍遥行书" panose="00000500000000000000" pitchFamily="2" charset="-122"/>
                </a:rPr>
                <a:t>肆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8CCB6AB5-4E02-448C-94E5-F1EC71A97B16}"/>
                </a:ext>
              </a:extLst>
            </p:cNvPr>
            <p:cNvSpPr txBox="1"/>
            <p:nvPr/>
          </p:nvSpPr>
          <p:spPr>
            <a:xfrm>
              <a:off x="1268362" y="339213"/>
              <a:ext cx="29201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latin typeface="字魂49号-逍遥行书" panose="00000500000000000000" pitchFamily="2" charset="-122"/>
                  <a:ea typeface="字魂49号-逍遥行书" panose="00000500000000000000" pitchFamily="2" charset="-122"/>
                </a:rPr>
                <a:t>输入标题</a:t>
              </a: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AC12994C-080B-463D-BC5B-C206A9D391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sp>
        <p:nvSpPr>
          <p:cNvPr id="13" name="TextBox 22">
            <a:extLst>
              <a:ext uri="{FF2B5EF4-FFF2-40B4-BE49-F238E27FC236}">
                <a16:creationId xmlns:a16="http://schemas.microsoft.com/office/drawing/2014/main" id="{CA5EE61C-58FA-4F58-895C-EABE619F4D30}"/>
              </a:ext>
            </a:extLst>
          </p:cNvPr>
          <p:cNvSpPr txBox="1"/>
          <p:nvPr/>
        </p:nvSpPr>
        <p:spPr>
          <a:xfrm>
            <a:off x="4474965" y="1514029"/>
            <a:ext cx="7412362" cy="40626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en-ID" sz="2400" dirty="0"/>
              <a:t>Karena </a:t>
            </a:r>
            <a:r>
              <a:rPr lang="en-ID" sz="2400" dirty="0" err="1"/>
              <a:t>saya</a:t>
            </a:r>
            <a:r>
              <a:rPr lang="en-ID" sz="2400" dirty="0"/>
              <a:t> </a:t>
            </a:r>
            <a:r>
              <a:rPr lang="en-ID" sz="2400" dirty="0" err="1"/>
              <a:t>sering</a:t>
            </a:r>
            <a:r>
              <a:rPr lang="en-ID" sz="2400" dirty="0"/>
              <a:t> </a:t>
            </a:r>
            <a:r>
              <a:rPr lang="en-ID" sz="2400" dirty="0" err="1"/>
              <a:t>mengikuti</a:t>
            </a:r>
            <a:r>
              <a:rPr lang="en-ID" sz="2400" dirty="0"/>
              <a:t> </a:t>
            </a:r>
            <a:r>
              <a:rPr lang="en-ID" sz="2400" dirty="0" err="1"/>
              <a:t>kontennya</a:t>
            </a:r>
            <a:r>
              <a:rPr lang="en-ID" sz="2400" dirty="0"/>
              <a:t>. Saya </a:t>
            </a:r>
            <a:r>
              <a:rPr lang="en-ID" sz="2400" dirty="0" err="1"/>
              <a:t>suka</a:t>
            </a:r>
            <a:r>
              <a:rPr lang="en-ID" sz="2400" dirty="0"/>
              <a:t> </a:t>
            </a:r>
            <a:r>
              <a:rPr lang="en-ID" sz="2400" dirty="0" err="1"/>
              <a:t>cara</a:t>
            </a:r>
            <a:r>
              <a:rPr lang="en-ID" sz="2400" dirty="0"/>
              <a:t> </a:t>
            </a:r>
            <a:r>
              <a:rPr lang="en-ID" sz="2400" dirty="0" err="1"/>
              <a:t>beliau</a:t>
            </a:r>
            <a:r>
              <a:rPr lang="en-ID" sz="2400" dirty="0"/>
              <a:t> </a:t>
            </a:r>
            <a:r>
              <a:rPr lang="en-ID" sz="2400" dirty="0" err="1"/>
              <a:t>menjelaskan</a:t>
            </a:r>
            <a:r>
              <a:rPr lang="en-ID" sz="2400" dirty="0"/>
              <a:t> </a:t>
            </a:r>
            <a:r>
              <a:rPr lang="en-ID" sz="2400" dirty="0" err="1"/>
              <a:t>suatu</a:t>
            </a:r>
            <a:r>
              <a:rPr lang="en-ID" sz="2400" dirty="0"/>
              <a:t> </a:t>
            </a:r>
            <a:r>
              <a:rPr lang="en-ID" sz="2400" dirty="0" err="1"/>
              <a:t>topik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data dan </a:t>
            </a:r>
            <a:r>
              <a:rPr lang="en-ID" sz="2400" dirty="0" err="1"/>
              <a:t>logika</a:t>
            </a:r>
            <a:r>
              <a:rPr lang="en-ID" sz="2400" dirty="0"/>
              <a:t>, </a:t>
            </a:r>
            <a:r>
              <a:rPr lang="en-ID" sz="2400" dirty="0" err="1"/>
              <a:t>sehingga</a:t>
            </a:r>
            <a:r>
              <a:rPr lang="en-ID" sz="2400" dirty="0"/>
              <a:t> </a:t>
            </a:r>
            <a:r>
              <a:rPr lang="en-ID" sz="2400" dirty="0" err="1"/>
              <a:t>membuat</a:t>
            </a:r>
            <a:r>
              <a:rPr lang="en-ID" sz="2400" dirty="0"/>
              <a:t> </a:t>
            </a:r>
            <a:r>
              <a:rPr lang="en-ID" sz="2400" dirty="0" err="1"/>
              <a:t>saya</a:t>
            </a:r>
            <a:r>
              <a:rPr lang="en-ID" sz="2400" dirty="0"/>
              <a:t> </a:t>
            </a:r>
            <a:r>
              <a:rPr lang="en-ID" sz="2400" dirty="0" err="1"/>
              <a:t>belajar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tidak</a:t>
            </a:r>
            <a:r>
              <a:rPr lang="en-ID" sz="2400" dirty="0"/>
              <a:t> </a:t>
            </a:r>
            <a:r>
              <a:rPr lang="en-ID" sz="2400" dirty="0" err="1"/>
              <a:t>langsung</a:t>
            </a:r>
            <a:r>
              <a:rPr lang="en-ID" sz="2400" dirty="0"/>
              <a:t> </a:t>
            </a:r>
            <a:r>
              <a:rPr lang="en-ID" sz="2400" dirty="0" err="1"/>
              <a:t>percaya</a:t>
            </a:r>
            <a:r>
              <a:rPr lang="en-ID" sz="2400" dirty="0"/>
              <a:t> pada </a:t>
            </a:r>
            <a:r>
              <a:rPr lang="en-ID" sz="2400" dirty="0" err="1"/>
              <a:t>suatu</a:t>
            </a:r>
            <a:r>
              <a:rPr lang="en-ID" sz="2400" dirty="0"/>
              <a:t> </a:t>
            </a:r>
            <a:r>
              <a:rPr lang="en-ID" sz="2400" dirty="0" err="1"/>
              <a:t>informasi</a:t>
            </a:r>
            <a:r>
              <a:rPr lang="en-ID" sz="2400" dirty="0"/>
              <a:t> </a:t>
            </a:r>
            <a:r>
              <a:rPr lang="en-ID" sz="2400" dirty="0" err="1"/>
              <a:t>tanpa</a:t>
            </a:r>
            <a:r>
              <a:rPr lang="en-ID" sz="2400" dirty="0"/>
              <a:t> </a:t>
            </a:r>
            <a:r>
              <a:rPr lang="en-ID" sz="2400" dirty="0" err="1"/>
              <a:t>mencari</a:t>
            </a:r>
            <a:r>
              <a:rPr lang="en-ID" sz="2400" dirty="0"/>
              <a:t> </a:t>
            </a:r>
            <a:r>
              <a:rPr lang="en-ID" sz="2400" dirty="0" err="1"/>
              <a:t>sumber</a:t>
            </a:r>
            <a:r>
              <a:rPr lang="en-ID" sz="2400" dirty="0"/>
              <a:t> yang </a:t>
            </a:r>
            <a:r>
              <a:rPr lang="en-ID" sz="2400" dirty="0" err="1"/>
              <a:t>jelas</a:t>
            </a:r>
            <a:r>
              <a:rPr lang="en-ID" sz="2400" dirty="0"/>
              <a:t>.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konten</a:t>
            </a:r>
            <a:r>
              <a:rPr lang="en-ID" sz="2400" dirty="0"/>
              <a:t> </a:t>
            </a:r>
            <a:r>
              <a:rPr lang="en-ID" sz="2400" dirty="0" err="1"/>
              <a:t>konten</a:t>
            </a:r>
            <a:r>
              <a:rPr lang="en-ID" sz="2400" dirty="0"/>
              <a:t> </a:t>
            </a:r>
            <a:r>
              <a:rPr lang="en-ID" sz="2400" dirty="0" err="1"/>
              <a:t>beliau</a:t>
            </a:r>
            <a:r>
              <a:rPr lang="en-ID" sz="2400" dirty="0"/>
              <a:t>, </a:t>
            </a:r>
            <a:r>
              <a:rPr lang="en-ID" sz="2400" dirty="0" err="1"/>
              <a:t>membuat</a:t>
            </a:r>
            <a:r>
              <a:rPr lang="en-ID" sz="2400" dirty="0"/>
              <a:t> </a:t>
            </a:r>
            <a:r>
              <a:rPr lang="en-ID" sz="2400" dirty="0" err="1"/>
              <a:t>saya</a:t>
            </a:r>
            <a:r>
              <a:rPr lang="en-ID" sz="2400" dirty="0"/>
              <a:t> </a:t>
            </a:r>
            <a:r>
              <a:rPr lang="en-ID" sz="2400" dirty="0" err="1"/>
              <a:t>termotivasi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terus</a:t>
            </a:r>
            <a:r>
              <a:rPr lang="en-ID" sz="2400" dirty="0"/>
              <a:t> </a:t>
            </a:r>
            <a:r>
              <a:rPr lang="en-ID" sz="2400" dirty="0" err="1"/>
              <a:t>belajar</a:t>
            </a:r>
            <a:r>
              <a:rPr lang="en-ID" sz="2400" dirty="0"/>
              <a:t> dan </a:t>
            </a:r>
            <a:r>
              <a:rPr lang="en-ID" sz="2400" dirty="0" err="1"/>
              <a:t>berpikir</a:t>
            </a:r>
            <a:r>
              <a:rPr lang="en-ID" sz="2400" dirty="0"/>
              <a:t> </a:t>
            </a:r>
            <a:r>
              <a:rPr lang="en-ID" sz="2400" dirty="0" err="1"/>
              <a:t>lebih</a:t>
            </a:r>
            <a:r>
              <a:rPr lang="en-ID" sz="2400" dirty="0"/>
              <a:t> </a:t>
            </a:r>
            <a:r>
              <a:rPr lang="en-ID" sz="2400" dirty="0" err="1"/>
              <a:t>kritis</a:t>
            </a:r>
            <a:r>
              <a:rPr lang="en-ID" sz="2400" dirty="0"/>
              <a:t>. </a:t>
            </a:r>
            <a:r>
              <a:rPr lang="en-ID" sz="2400" dirty="0" err="1"/>
              <a:t>Beliau</a:t>
            </a:r>
            <a:r>
              <a:rPr lang="en-ID" sz="2400" dirty="0"/>
              <a:t> </a:t>
            </a:r>
            <a:r>
              <a:rPr lang="en-ID" sz="2400" dirty="0" err="1"/>
              <a:t>selalu</a:t>
            </a:r>
            <a:r>
              <a:rPr lang="en-ID" sz="2400" dirty="0"/>
              <a:t> </a:t>
            </a:r>
            <a:r>
              <a:rPr lang="en-ID" sz="2400" dirty="0" err="1"/>
              <a:t>mengajarkan</a:t>
            </a:r>
            <a:r>
              <a:rPr lang="en-ID" sz="2400" dirty="0"/>
              <a:t> </a:t>
            </a:r>
            <a:r>
              <a:rPr lang="en-ID" sz="2400" dirty="0" err="1"/>
              <a:t>pentingnya</a:t>
            </a:r>
            <a:r>
              <a:rPr lang="en-ID" sz="2400" dirty="0"/>
              <a:t> </a:t>
            </a:r>
            <a:r>
              <a:rPr lang="en-ID" sz="2400" dirty="0" err="1"/>
              <a:t>berpikir</a:t>
            </a:r>
            <a:r>
              <a:rPr lang="en-ID" sz="2400" dirty="0"/>
              <a:t> </a:t>
            </a:r>
            <a:r>
              <a:rPr lang="en-ID" sz="2400" dirty="0" err="1"/>
              <a:t>kritis</a:t>
            </a:r>
            <a:r>
              <a:rPr lang="en-ID" sz="2400" dirty="0"/>
              <a:t>, </a:t>
            </a:r>
            <a:r>
              <a:rPr lang="en-ID" sz="2400" dirty="0" err="1"/>
              <a:t>tidak</a:t>
            </a:r>
            <a:r>
              <a:rPr lang="en-ID" sz="2400" dirty="0"/>
              <a:t> </a:t>
            </a:r>
            <a:r>
              <a:rPr lang="en-ID" sz="2400" dirty="0" err="1"/>
              <a:t>mudah</a:t>
            </a:r>
            <a:r>
              <a:rPr lang="en-ID" sz="2400" dirty="0"/>
              <a:t> </a:t>
            </a:r>
            <a:r>
              <a:rPr lang="en-ID" sz="2400" dirty="0" err="1"/>
              <a:t>percaya</a:t>
            </a:r>
            <a:r>
              <a:rPr lang="en-ID" sz="2400" dirty="0"/>
              <a:t> pada </a:t>
            </a:r>
            <a:r>
              <a:rPr lang="en-ID" sz="2400" dirty="0" err="1"/>
              <a:t>informasi</a:t>
            </a:r>
            <a:r>
              <a:rPr lang="en-ID" sz="2400" dirty="0"/>
              <a:t> </a:t>
            </a:r>
            <a:r>
              <a:rPr lang="en-ID" sz="2400" dirty="0" err="1"/>
              <a:t>tanpa</a:t>
            </a:r>
            <a:r>
              <a:rPr lang="en-ID" sz="2400" dirty="0"/>
              <a:t> </a:t>
            </a:r>
            <a:r>
              <a:rPr lang="en-ID" sz="2400" dirty="0" err="1"/>
              <a:t>mencari</a:t>
            </a:r>
            <a:r>
              <a:rPr lang="en-ID" sz="2400" dirty="0"/>
              <a:t> </a:t>
            </a:r>
            <a:r>
              <a:rPr lang="en-ID" sz="2400" dirty="0" err="1"/>
              <a:t>fakta</a:t>
            </a:r>
            <a:r>
              <a:rPr lang="en-ID" sz="2400" dirty="0"/>
              <a:t>, </a:t>
            </a:r>
            <a:r>
              <a:rPr lang="en-ID" sz="2400" dirty="0" err="1"/>
              <a:t>serta</a:t>
            </a:r>
            <a:r>
              <a:rPr lang="en-ID" sz="2400" dirty="0"/>
              <a:t> </a:t>
            </a:r>
            <a:r>
              <a:rPr lang="en-ID" sz="2400" dirty="0" err="1"/>
              <a:t>terus</a:t>
            </a:r>
            <a:r>
              <a:rPr lang="en-ID" sz="2400" dirty="0"/>
              <a:t> </a:t>
            </a:r>
            <a:r>
              <a:rPr lang="en-ID" sz="2400" dirty="0" err="1"/>
              <a:t>belajar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menambah</a:t>
            </a:r>
            <a:r>
              <a:rPr lang="en-ID" sz="2400" dirty="0"/>
              <a:t> </a:t>
            </a:r>
            <a:r>
              <a:rPr lang="en-ID" sz="2400" dirty="0" err="1"/>
              <a:t>wawasan</a:t>
            </a:r>
            <a:r>
              <a:rPr lang="en-ID" sz="2400" dirty="0"/>
              <a:t>. Nilai-</a:t>
            </a:r>
            <a:r>
              <a:rPr lang="en-ID" sz="2400" dirty="0" err="1"/>
              <a:t>nilai</a:t>
            </a:r>
            <a:r>
              <a:rPr lang="en-ID" sz="2400" dirty="0"/>
              <a:t> </a:t>
            </a:r>
            <a:r>
              <a:rPr lang="en-ID" sz="2400" dirty="0" err="1"/>
              <a:t>tersebut</a:t>
            </a:r>
            <a:r>
              <a:rPr lang="en-ID" sz="2400" dirty="0"/>
              <a:t> yang </a:t>
            </a:r>
            <a:r>
              <a:rPr lang="en-ID" sz="2400" dirty="0" err="1"/>
              <a:t>ingin</a:t>
            </a:r>
            <a:r>
              <a:rPr lang="en-ID" sz="2400" dirty="0"/>
              <a:t> </a:t>
            </a:r>
            <a:r>
              <a:rPr lang="en-ID" sz="2400" dirty="0" err="1"/>
              <a:t>saya</a:t>
            </a:r>
            <a:r>
              <a:rPr lang="en-ID" sz="2400" dirty="0"/>
              <a:t> </a:t>
            </a:r>
            <a:r>
              <a:rPr lang="en-ID" sz="2400" dirty="0" err="1"/>
              <a:t>terapkannya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kehidupan</a:t>
            </a:r>
            <a:r>
              <a:rPr lang="en-ID" sz="2400" dirty="0"/>
              <a:t> </a:t>
            </a:r>
            <a:r>
              <a:rPr lang="en-ID" sz="2400" dirty="0" err="1"/>
              <a:t>saya</a:t>
            </a:r>
            <a:endParaRPr lang="en-US" sz="2400" dirty="0">
              <a:latin typeface="字魂49号-逍遥行书" panose="00000500000000000000" pitchFamily="2" charset="-122"/>
              <a:ea typeface="字魂49号-逍遥行书" panose="00000500000000000000" pitchFamily="2" charset="-122"/>
              <a:cs typeface="Clear Sans Light" panose="020B0303030202020304" pitchFamily="34" charset="0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C072A09-17FA-491E-AFEA-97DD0EA0ACC1}"/>
              </a:ext>
            </a:extLst>
          </p:cNvPr>
          <p:cNvGrpSpPr/>
          <p:nvPr/>
        </p:nvGrpSpPr>
        <p:grpSpPr>
          <a:xfrm>
            <a:off x="7930207" y="-753363"/>
            <a:ext cx="3957120" cy="2340324"/>
            <a:chOff x="126337" y="-331687"/>
            <a:chExt cx="11703352" cy="6921610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2F5ECC36-87FE-4C96-9480-68BDE21C3D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37" y="-331687"/>
              <a:ext cx="11703352" cy="3657298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0A875F74-05D3-49AB-A0E4-1C09D5C5E7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2816942" y="2932625"/>
              <a:ext cx="8353986" cy="3657298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287CB4E-16DF-44E6-81D0-ECBC71D746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18" y="1230195"/>
            <a:ext cx="3408947" cy="454526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C971167-1770-48B7-8215-BF3383C284B9}"/>
              </a:ext>
            </a:extLst>
          </p:cNvPr>
          <p:cNvSpPr txBox="1"/>
          <p:nvPr/>
        </p:nvSpPr>
        <p:spPr>
          <a:xfrm>
            <a:off x="1733103" y="5934011"/>
            <a:ext cx="1636735" cy="381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800" b="1" i="1" dirty="0"/>
              <a:t>Ferry </a:t>
            </a:r>
            <a:r>
              <a:rPr lang="en-ID" sz="1800" b="1" i="1" dirty="0" err="1"/>
              <a:t>Irwandi</a:t>
            </a:r>
            <a:endParaRPr lang="en-US" sz="1800" b="1" i="1" dirty="0">
              <a:latin typeface="字魂49号-逍遥行书" panose="00000500000000000000" pitchFamily="2" charset="-122"/>
              <a:ea typeface="字魂49号-逍遥行书" panose="00000500000000000000" pitchFamily="2" charset="-122"/>
              <a:cs typeface="Clear Sans Light" panose="020B03030302020203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184220B-FABB-4DFD-95A6-78603821E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4226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CDE7-867D-4014-8FFF-FEEFB46FFA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9683E30-B0C2-4290-9A0C-73D9EC3B775D}"/>
              </a:ext>
            </a:extLst>
          </p:cNvPr>
          <p:cNvSpPr txBox="1"/>
          <p:nvPr/>
        </p:nvSpPr>
        <p:spPr>
          <a:xfrm>
            <a:off x="6942025" y="2256503"/>
            <a:ext cx="461665" cy="9239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8D689E0-7B1A-47D2-AA06-ABA09A93962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1412571" y="207002"/>
            <a:ext cx="4133598" cy="7082725"/>
          </a:xfrm>
          <a:custGeom>
            <a:avLst/>
            <a:gdLst>
              <a:gd name="connsiteX0" fmla="*/ 0 w 2020529"/>
              <a:gd name="connsiteY0" fmla="*/ 0 h 2227006"/>
              <a:gd name="connsiteX1" fmla="*/ 2020529 w 2020529"/>
              <a:gd name="connsiteY1" fmla="*/ 0 h 2227006"/>
              <a:gd name="connsiteX2" fmla="*/ 2020529 w 2020529"/>
              <a:gd name="connsiteY2" fmla="*/ 2227006 h 2227006"/>
              <a:gd name="connsiteX3" fmla="*/ 0 w 2020529"/>
              <a:gd name="connsiteY3" fmla="*/ 2227006 h 2227006"/>
              <a:gd name="connsiteX4" fmla="*/ 0 w 2020529"/>
              <a:gd name="connsiteY4" fmla="*/ 0 h 2227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0529" h="2227006">
                <a:moveTo>
                  <a:pt x="0" y="0"/>
                </a:moveTo>
                <a:lnTo>
                  <a:pt x="2020529" y="0"/>
                </a:lnTo>
                <a:lnTo>
                  <a:pt x="2020529" y="2227006"/>
                </a:lnTo>
                <a:lnTo>
                  <a:pt x="0" y="2227006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4756090-D873-4FEC-8F99-7234AABD0D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739" y="-578311"/>
            <a:ext cx="6042422" cy="1888257"/>
          </a:xfrm>
          <a:prstGeom prst="rect">
            <a:avLst/>
          </a:prstGeom>
        </p:spPr>
      </p:pic>
      <p:grpSp>
        <p:nvGrpSpPr>
          <p:cNvPr id="19" name="组合 18">
            <a:extLst>
              <a:ext uri="{FF2B5EF4-FFF2-40B4-BE49-F238E27FC236}">
                <a16:creationId xmlns:a16="http://schemas.microsoft.com/office/drawing/2014/main" id="{A698DC0C-1647-4205-BB72-0DAB30D9CD3D}"/>
              </a:ext>
            </a:extLst>
          </p:cNvPr>
          <p:cNvGrpSpPr/>
          <p:nvPr/>
        </p:nvGrpSpPr>
        <p:grpSpPr>
          <a:xfrm>
            <a:off x="360956" y="0"/>
            <a:ext cx="3827587" cy="923988"/>
            <a:chOff x="360956" y="0"/>
            <a:chExt cx="3827587" cy="923988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0C89BD2-84FA-4BC9-BD0D-A086419F8638}"/>
                </a:ext>
              </a:extLst>
            </p:cNvPr>
            <p:cNvSpPr/>
            <p:nvPr/>
          </p:nvSpPr>
          <p:spPr>
            <a:xfrm>
              <a:off x="360956" y="0"/>
              <a:ext cx="877163" cy="92333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zh-CN" altLang="en-US" sz="5400" dirty="0">
                  <a:latin typeface="字魂49号-逍遥行书" panose="00000500000000000000" pitchFamily="2" charset="-122"/>
                  <a:ea typeface="字魂49号-逍遥行书" panose="00000500000000000000" pitchFamily="2" charset="-122"/>
                </a:rPr>
                <a:t>壹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171D62B-108C-4FFA-B92E-0DB4061A4CE6}"/>
                </a:ext>
              </a:extLst>
            </p:cNvPr>
            <p:cNvSpPr txBox="1"/>
            <p:nvPr/>
          </p:nvSpPr>
          <p:spPr>
            <a:xfrm>
              <a:off x="1268362" y="339213"/>
              <a:ext cx="29201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latin typeface="字魂49号-逍遥行书" panose="00000500000000000000" pitchFamily="2" charset="-122"/>
                  <a:ea typeface="字魂49号-逍遥行书" panose="00000500000000000000" pitchFamily="2" charset="-122"/>
                </a:rPr>
                <a:t>输入标题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1CF8376-847B-4C6C-A10F-C6D7956BD6DB}"/>
              </a:ext>
            </a:extLst>
          </p:cNvPr>
          <p:cNvSpPr txBox="1"/>
          <p:nvPr/>
        </p:nvSpPr>
        <p:spPr>
          <a:xfrm>
            <a:off x="1602838" y="1215721"/>
            <a:ext cx="35898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 err="1">
                <a:latin typeface="Tempus Sans ITC" panose="04020404030D07020202" pitchFamily="82" charset="0"/>
                <a:ea typeface="字魂49号-逍遥行书" panose="00000500000000000000" pitchFamily="2" charset="-122"/>
              </a:rPr>
              <a:t>Kejadian</a:t>
            </a:r>
            <a:r>
              <a:rPr lang="en-US" altLang="zh-CN" sz="36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 Manis</a:t>
            </a:r>
            <a:endParaRPr lang="zh-CN" altLang="en-US" sz="3600" b="1" dirty="0">
              <a:latin typeface="Tempus Sans ITC" panose="04020404030D07020202" pitchFamily="82" charset="0"/>
              <a:ea typeface="字魂49号-逍遥行书" panose="00000500000000000000" pitchFamily="2" charset="-12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FFA1E7-3F51-437F-9A74-3BCDBF519743}"/>
              </a:ext>
            </a:extLst>
          </p:cNvPr>
          <p:cNvSpPr txBox="1"/>
          <p:nvPr/>
        </p:nvSpPr>
        <p:spPr>
          <a:xfrm>
            <a:off x="799537" y="2407113"/>
            <a:ext cx="523705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2000" dirty="0" err="1"/>
              <a:t>Pengalaman</a:t>
            </a:r>
            <a:r>
              <a:rPr lang="en-ID" sz="2000" dirty="0"/>
              <a:t> </a:t>
            </a:r>
            <a:r>
              <a:rPr lang="en-ID" sz="2000" dirty="0" err="1"/>
              <a:t>ini</a:t>
            </a:r>
            <a:r>
              <a:rPr lang="en-ID" sz="2000" dirty="0"/>
              <a:t> </a:t>
            </a:r>
            <a:r>
              <a:rPr lang="en-ID" sz="2000" dirty="0" err="1"/>
              <a:t>menjadi</a:t>
            </a:r>
            <a:r>
              <a:rPr lang="en-ID" sz="2000" dirty="0"/>
              <a:t> salah </a:t>
            </a:r>
            <a:r>
              <a:rPr lang="en-ID" sz="2000" dirty="0" err="1"/>
              <a:t>satu</a:t>
            </a:r>
            <a:r>
              <a:rPr lang="en-ID" sz="2000" dirty="0"/>
              <a:t> </a:t>
            </a:r>
            <a:r>
              <a:rPr lang="en-ID" sz="2000" dirty="0" err="1"/>
              <a:t>momen</a:t>
            </a:r>
            <a:r>
              <a:rPr lang="en-ID" sz="2000" dirty="0"/>
              <a:t> </a:t>
            </a:r>
            <a:r>
              <a:rPr lang="en-ID" sz="2000" dirty="0" err="1"/>
              <a:t>terindah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hidup</a:t>
            </a:r>
            <a:r>
              <a:rPr lang="en-ID" sz="2000" dirty="0"/>
              <a:t> </a:t>
            </a:r>
            <a:r>
              <a:rPr lang="en-ID" sz="2000" dirty="0" err="1"/>
              <a:t>saya</a:t>
            </a:r>
            <a:r>
              <a:rPr lang="en-ID" sz="2000" dirty="0"/>
              <a:t>. </a:t>
            </a:r>
            <a:r>
              <a:rPr lang="en-ID" sz="2000" dirty="0" err="1"/>
              <a:t>Melalui</a:t>
            </a:r>
            <a:r>
              <a:rPr lang="en-ID" sz="2000" dirty="0"/>
              <a:t> </a:t>
            </a:r>
            <a:r>
              <a:rPr lang="en-ID" sz="2000" dirty="0" err="1"/>
              <a:t>perjalanan</a:t>
            </a:r>
            <a:r>
              <a:rPr lang="en-ID" sz="2000" dirty="0"/>
              <a:t> </a:t>
            </a:r>
            <a:r>
              <a:rPr lang="en-ID" sz="2000" dirty="0" err="1"/>
              <a:t>seorang</a:t>
            </a:r>
            <a:r>
              <a:rPr lang="en-ID" sz="2000" dirty="0"/>
              <a:t> </a:t>
            </a:r>
            <a:r>
              <a:rPr lang="en-ID" sz="2000" dirty="0" err="1"/>
              <a:t>diri</a:t>
            </a:r>
            <a:r>
              <a:rPr lang="en-ID" sz="2000" dirty="0"/>
              <a:t>, </a:t>
            </a:r>
            <a:r>
              <a:rPr lang="en-ID" sz="2000" dirty="0" err="1"/>
              <a:t>saya</a:t>
            </a:r>
            <a:r>
              <a:rPr lang="en-ID" sz="2000" dirty="0"/>
              <a:t> </a:t>
            </a:r>
            <a:r>
              <a:rPr lang="en-ID" sz="2000" dirty="0" err="1"/>
              <a:t>belajar</a:t>
            </a:r>
            <a:r>
              <a:rPr lang="en-ID" sz="2000" dirty="0"/>
              <a:t> </a:t>
            </a:r>
            <a:r>
              <a:rPr lang="en-ID" sz="2000" dirty="0" err="1"/>
              <a:t>menjadi</a:t>
            </a:r>
            <a:r>
              <a:rPr lang="en-ID" sz="2000" dirty="0"/>
              <a:t> </a:t>
            </a:r>
            <a:r>
              <a:rPr lang="en-ID" sz="2000" dirty="0" err="1"/>
              <a:t>lebih</a:t>
            </a:r>
            <a:r>
              <a:rPr lang="en-ID" sz="2000" dirty="0"/>
              <a:t> </a:t>
            </a:r>
            <a:r>
              <a:rPr lang="en-ID" sz="2000" dirty="0" err="1"/>
              <a:t>mandiri</a:t>
            </a:r>
            <a:r>
              <a:rPr lang="en-ID" sz="2000" dirty="0"/>
              <a:t>, </a:t>
            </a:r>
            <a:r>
              <a:rPr lang="en-ID" sz="2000" dirty="0" err="1"/>
              <a:t>berani</a:t>
            </a:r>
            <a:r>
              <a:rPr lang="en-ID" sz="2000" dirty="0"/>
              <a:t> </a:t>
            </a:r>
            <a:r>
              <a:rPr lang="en-ID" sz="2000" dirty="0" err="1"/>
              <a:t>mengambil</a:t>
            </a:r>
            <a:r>
              <a:rPr lang="en-ID" sz="2000" dirty="0"/>
              <a:t> </a:t>
            </a:r>
            <a:r>
              <a:rPr lang="en-ID" sz="2000" dirty="0" err="1"/>
              <a:t>keputusan</a:t>
            </a:r>
            <a:r>
              <a:rPr lang="en-ID" sz="2000" dirty="0"/>
              <a:t>, dan </a:t>
            </a:r>
            <a:r>
              <a:rPr lang="en-ID" sz="2000" dirty="0" err="1"/>
              <a:t>percaya</a:t>
            </a:r>
            <a:r>
              <a:rPr lang="en-ID" sz="2000" dirty="0"/>
              <a:t> </a:t>
            </a:r>
            <a:r>
              <a:rPr lang="en-ID" sz="2000" dirty="0" err="1"/>
              <a:t>diri</a:t>
            </a:r>
            <a:r>
              <a:rPr lang="en-ID" sz="2000" dirty="0"/>
              <a:t> </a:t>
            </a:r>
            <a:r>
              <a:rPr lang="en-ID" sz="2000" dirty="0" err="1"/>
              <a:t>saat</a:t>
            </a:r>
            <a:r>
              <a:rPr lang="en-ID" sz="2000" dirty="0"/>
              <a:t> </a:t>
            </a:r>
            <a:r>
              <a:rPr lang="en-ID" sz="2000" dirty="0" err="1"/>
              <a:t>menghadapi</a:t>
            </a:r>
            <a:r>
              <a:rPr lang="en-ID" sz="2000" dirty="0"/>
              <a:t> </a:t>
            </a:r>
            <a:r>
              <a:rPr lang="en-ID" sz="2000" dirty="0" err="1"/>
              <a:t>lingkungan</a:t>
            </a:r>
            <a:r>
              <a:rPr lang="en-ID" sz="2000" dirty="0"/>
              <a:t> </a:t>
            </a:r>
            <a:r>
              <a:rPr lang="en-ID" sz="2000" dirty="0" err="1"/>
              <a:t>baru</a:t>
            </a:r>
            <a:r>
              <a:rPr lang="en-ID" sz="2000" dirty="0"/>
              <a:t>. </a:t>
            </a:r>
            <a:r>
              <a:rPr lang="en-ID" sz="2000" dirty="0" err="1"/>
              <a:t>Pengalaman</a:t>
            </a:r>
            <a:r>
              <a:rPr lang="en-ID" sz="2000" dirty="0"/>
              <a:t> </a:t>
            </a:r>
            <a:r>
              <a:rPr lang="en-ID" sz="2000" dirty="0" err="1"/>
              <a:t>tersebut</a:t>
            </a:r>
            <a:r>
              <a:rPr lang="en-ID" sz="2000" dirty="0"/>
              <a:t> </a:t>
            </a:r>
            <a:r>
              <a:rPr lang="en-ID" sz="2000" dirty="0" err="1"/>
              <a:t>membuat</a:t>
            </a:r>
            <a:r>
              <a:rPr lang="en-ID" sz="2000" dirty="0"/>
              <a:t> </a:t>
            </a:r>
            <a:r>
              <a:rPr lang="en-ID" sz="2000" dirty="0" err="1"/>
              <a:t>saya</a:t>
            </a:r>
            <a:r>
              <a:rPr lang="en-ID" sz="2000" dirty="0"/>
              <a:t> </a:t>
            </a:r>
            <a:r>
              <a:rPr lang="en-ID" sz="2000" dirty="0" err="1"/>
              <a:t>semakin</a:t>
            </a:r>
            <a:r>
              <a:rPr lang="en-ID" sz="2000" dirty="0"/>
              <a:t> </a:t>
            </a:r>
            <a:r>
              <a:rPr lang="en-ID" sz="2000" dirty="0" err="1"/>
              <a:t>yakin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terus</a:t>
            </a:r>
            <a:r>
              <a:rPr lang="en-ID" sz="2000" dirty="0"/>
              <a:t> </a:t>
            </a:r>
            <a:r>
              <a:rPr lang="en-ID" sz="2000" dirty="0" err="1"/>
              <a:t>mencoba</a:t>
            </a:r>
            <a:r>
              <a:rPr lang="en-ID" sz="2000" dirty="0"/>
              <a:t> </a:t>
            </a:r>
            <a:r>
              <a:rPr lang="en-ID" sz="2000" dirty="0" err="1"/>
              <a:t>hal-hal</a:t>
            </a:r>
            <a:r>
              <a:rPr lang="en-ID" sz="2000" dirty="0"/>
              <a:t> </a:t>
            </a:r>
            <a:r>
              <a:rPr lang="en-ID" sz="2000" dirty="0" err="1"/>
              <a:t>baru</a:t>
            </a:r>
            <a:r>
              <a:rPr lang="en-ID" sz="2000" dirty="0"/>
              <a:t> dan </a:t>
            </a:r>
            <a:r>
              <a:rPr lang="en-ID" sz="2000" dirty="0" err="1"/>
              <a:t>mengembangkan</a:t>
            </a:r>
            <a:r>
              <a:rPr lang="en-ID" sz="2000" dirty="0"/>
              <a:t> </a:t>
            </a:r>
            <a:r>
              <a:rPr lang="en-ID" sz="2000" dirty="0" err="1"/>
              <a:t>diri</a:t>
            </a:r>
            <a:r>
              <a:rPr lang="en-ID" sz="2000" dirty="0"/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D49E13-D6EB-4BA4-91C8-B05740F3CF78}"/>
              </a:ext>
            </a:extLst>
          </p:cNvPr>
          <p:cNvSpPr txBox="1"/>
          <p:nvPr/>
        </p:nvSpPr>
        <p:spPr>
          <a:xfrm>
            <a:off x="7811444" y="1264488"/>
            <a:ext cx="35898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First Time Solo Trip  </a:t>
            </a:r>
            <a:r>
              <a:rPr lang="en-US" altLang="zh-CN" sz="3600" b="1" dirty="0" err="1">
                <a:latin typeface="Tempus Sans ITC" panose="04020404030D07020202" pitchFamily="82" charset="0"/>
                <a:ea typeface="字魂49号-逍遥行书" panose="00000500000000000000" pitchFamily="2" charset="-122"/>
              </a:rPr>
              <a:t>ke</a:t>
            </a:r>
            <a:r>
              <a:rPr lang="en-US" altLang="zh-CN" sz="36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 Jogja</a:t>
            </a:r>
            <a:endParaRPr lang="zh-CN" altLang="en-US" sz="3600" b="1" dirty="0">
              <a:latin typeface="Tempus Sans ITC" panose="04020404030D07020202" pitchFamily="82" charset="0"/>
              <a:ea typeface="字魂49号-逍遥行书" panose="00000500000000000000" pitchFamily="2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385B3F-0CF9-4946-B335-98920EFD85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2971" y="2522617"/>
            <a:ext cx="2132197" cy="28429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E52C69-2859-414D-95BC-B6B9EAA5D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729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0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CDE7-867D-4014-8FFF-FEEFB46FFA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9683E30-B0C2-4290-9A0C-73D9EC3B775D}"/>
              </a:ext>
            </a:extLst>
          </p:cNvPr>
          <p:cNvSpPr txBox="1"/>
          <p:nvPr/>
        </p:nvSpPr>
        <p:spPr>
          <a:xfrm>
            <a:off x="6942025" y="2256503"/>
            <a:ext cx="461665" cy="9239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8D689E0-7B1A-47D2-AA06-ABA09A93962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1549829" y="69744"/>
            <a:ext cx="3859081" cy="7082725"/>
          </a:xfrm>
          <a:custGeom>
            <a:avLst/>
            <a:gdLst>
              <a:gd name="connsiteX0" fmla="*/ 0 w 2020529"/>
              <a:gd name="connsiteY0" fmla="*/ 0 h 2227006"/>
              <a:gd name="connsiteX1" fmla="*/ 2020529 w 2020529"/>
              <a:gd name="connsiteY1" fmla="*/ 0 h 2227006"/>
              <a:gd name="connsiteX2" fmla="*/ 2020529 w 2020529"/>
              <a:gd name="connsiteY2" fmla="*/ 2227006 h 2227006"/>
              <a:gd name="connsiteX3" fmla="*/ 0 w 2020529"/>
              <a:gd name="connsiteY3" fmla="*/ 2227006 h 2227006"/>
              <a:gd name="connsiteX4" fmla="*/ 0 w 2020529"/>
              <a:gd name="connsiteY4" fmla="*/ 0 h 2227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0529" h="2227006">
                <a:moveTo>
                  <a:pt x="0" y="0"/>
                </a:moveTo>
                <a:lnTo>
                  <a:pt x="2020529" y="0"/>
                </a:lnTo>
                <a:lnTo>
                  <a:pt x="2020529" y="2227006"/>
                </a:lnTo>
                <a:lnTo>
                  <a:pt x="0" y="2227006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4756090-D873-4FEC-8F99-7234AABD0D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739" y="-578311"/>
            <a:ext cx="6042422" cy="1888257"/>
          </a:xfrm>
          <a:prstGeom prst="rect">
            <a:avLst/>
          </a:prstGeom>
        </p:spPr>
      </p:pic>
      <p:grpSp>
        <p:nvGrpSpPr>
          <p:cNvPr id="19" name="组合 18">
            <a:extLst>
              <a:ext uri="{FF2B5EF4-FFF2-40B4-BE49-F238E27FC236}">
                <a16:creationId xmlns:a16="http://schemas.microsoft.com/office/drawing/2014/main" id="{A698DC0C-1647-4205-BB72-0DAB30D9CD3D}"/>
              </a:ext>
            </a:extLst>
          </p:cNvPr>
          <p:cNvGrpSpPr/>
          <p:nvPr/>
        </p:nvGrpSpPr>
        <p:grpSpPr>
          <a:xfrm>
            <a:off x="360956" y="0"/>
            <a:ext cx="3827587" cy="923988"/>
            <a:chOff x="360956" y="0"/>
            <a:chExt cx="3827587" cy="923988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0C89BD2-84FA-4BC9-BD0D-A086419F8638}"/>
                </a:ext>
              </a:extLst>
            </p:cNvPr>
            <p:cNvSpPr/>
            <p:nvPr/>
          </p:nvSpPr>
          <p:spPr>
            <a:xfrm>
              <a:off x="360956" y="0"/>
              <a:ext cx="877163" cy="92333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zh-CN" altLang="en-US" sz="5400" dirty="0">
                  <a:latin typeface="字魂49号-逍遥行书" panose="00000500000000000000" pitchFamily="2" charset="-122"/>
                  <a:ea typeface="字魂49号-逍遥行书" panose="00000500000000000000" pitchFamily="2" charset="-122"/>
                </a:rPr>
                <a:t>壹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171D62B-108C-4FFA-B92E-0DB4061A4CE6}"/>
                </a:ext>
              </a:extLst>
            </p:cNvPr>
            <p:cNvSpPr txBox="1"/>
            <p:nvPr/>
          </p:nvSpPr>
          <p:spPr>
            <a:xfrm>
              <a:off x="1268362" y="339213"/>
              <a:ext cx="29201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latin typeface="字魂49号-逍遥行书" panose="00000500000000000000" pitchFamily="2" charset="-122"/>
                  <a:ea typeface="字魂49号-逍遥行书" panose="00000500000000000000" pitchFamily="2" charset="-122"/>
                </a:rPr>
                <a:t>输入标题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1CF8376-847B-4C6C-A10F-C6D7956BD6DB}"/>
              </a:ext>
            </a:extLst>
          </p:cNvPr>
          <p:cNvSpPr txBox="1"/>
          <p:nvPr/>
        </p:nvSpPr>
        <p:spPr>
          <a:xfrm>
            <a:off x="1602838" y="1215721"/>
            <a:ext cx="35898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 err="1">
                <a:latin typeface="Tempus Sans ITC" panose="04020404030D07020202" pitchFamily="82" charset="0"/>
                <a:ea typeface="字魂49号-逍遥行书" panose="00000500000000000000" pitchFamily="2" charset="-122"/>
              </a:rPr>
              <a:t>Kejadian</a:t>
            </a:r>
            <a:r>
              <a:rPr lang="en-US" altLang="zh-CN" sz="36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 </a:t>
            </a:r>
            <a:r>
              <a:rPr lang="en-US" altLang="zh-CN" sz="3600" b="1" dirty="0" err="1">
                <a:latin typeface="Tempus Sans ITC" panose="04020404030D07020202" pitchFamily="82" charset="0"/>
                <a:ea typeface="字魂49号-逍遥行书" panose="00000500000000000000" pitchFamily="2" charset="-122"/>
              </a:rPr>
              <a:t>Sedih</a:t>
            </a:r>
            <a:endParaRPr lang="zh-CN" altLang="en-US" sz="3600" b="1" dirty="0">
              <a:latin typeface="Tempus Sans ITC" panose="04020404030D07020202" pitchFamily="82" charset="0"/>
              <a:ea typeface="字魂49号-逍遥行书" panose="00000500000000000000" pitchFamily="2" charset="-12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FFA1E7-3F51-437F-9A74-3BCDBF519743}"/>
              </a:ext>
            </a:extLst>
          </p:cNvPr>
          <p:cNvSpPr txBox="1"/>
          <p:nvPr/>
        </p:nvSpPr>
        <p:spPr>
          <a:xfrm>
            <a:off x="799537" y="2407113"/>
            <a:ext cx="523705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2000" dirty="0"/>
              <a:t>Salah </a:t>
            </a:r>
            <a:r>
              <a:rPr lang="en-ID" sz="2000" dirty="0" err="1"/>
              <a:t>satu</a:t>
            </a:r>
            <a:r>
              <a:rPr lang="en-ID" sz="2000" dirty="0"/>
              <a:t> </a:t>
            </a:r>
            <a:r>
              <a:rPr lang="en-ID" sz="2000" dirty="0" err="1"/>
              <a:t>pengalaman</a:t>
            </a:r>
            <a:r>
              <a:rPr lang="en-ID" sz="2000" dirty="0"/>
              <a:t> yang </a:t>
            </a:r>
            <a:r>
              <a:rPr lang="en-ID" sz="2000" dirty="0" err="1"/>
              <a:t>cukup</a:t>
            </a:r>
            <a:r>
              <a:rPr lang="en-ID" sz="2000" dirty="0"/>
              <a:t> </a:t>
            </a:r>
            <a:r>
              <a:rPr lang="en-ID" sz="2000" dirty="0" err="1"/>
              <a:t>menyedihkan</a:t>
            </a:r>
            <a:r>
              <a:rPr lang="en-ID" sz="2000" dirty="0"/>
              <a:t> </a:t>
            </a:r>
            <a:r>
              <a:rPr lang="en-ID" sz="2000" dirty="0" err="1"/>
              <a:t>bagi</a:t>
            </a:r>
            <a:r>
              <a:rPr lang="en-ID" sz="2000" dirty="0"/>
              <a:t> </a:t>
            </a:r>
            <a:r>
              <a:rPr lang="en-ID" sz="2000" dirty="0" err="1"/>
              <a:t>saya</a:t>
            </a:r>
            <a:r>
              <a:rPr lang="en-ID" sz="2000" dirty="0"/>
              <a:t> </a:t>
            </a:r>
            <a:r>
              <a:rPr lang="en-ID" sz="2000" dirty="0" err="1"/>
              <a:t>adalah</a:t>
            </a:r>
            <a:r>
              <a:rPr lang="en-ID" sz="2000" dirty="0"/>
              <a:t> </a:t>
            </a:r>
            <a:r>
              <a:rPr lang="en-ID" sz="2000" dirty="0" err="1"/>
              <a:t>saat</a:t>
            </a:r>
            <a:r>
              <a:rPr lang="en-ID" sz="2000" dirty="0"/>
              <a:t> masa PKL </a:t>
            </a:r>
            <a:r>
              <a:rPr lang="en-ID" sz="2000" dirty="0" err="1"/>
              <a:t>berakhir</a:t>
            </a:r>
            <a:r>
              <a:rPr lang="en-ID" sz="2000" dirty="0"/>
              <a:t>. </a:t>
            </a:r>
            <a:r>
              <a:rPr lang="en-ID" sz="2000" dirty="0" err="1"/>
              <a:t>Selama</a:t>
            </a:r>
            <a:r>
              <a:rPr lang="en-ID" sz="2000" dirty="0"/>
              <a:t> PKL </a:t>
            </a:r>
            <a:r>
              <a:rPr lang="en-ID" sz="2000" dirty="0" err="1"/>
              <a:t>saya</a:t>
            </a:r>
            <a:r>
              <a:rPr lang="en-ID" sz="2000" dirty="0"/>
              <a:t> </a:t>
            </a:r>
            <a:r>
              <a:rPr lang="en-ID" sz="2000" dirty="0" err="1"/>
              <a:t>mendapatkan</a:t>
            </a:r>
            <a:r>
              <a:rPr lang="en-ID" sz="2000" dirty="0"/>
              <a:t> </a:t>
            </a:r>
            <a:r>
              <a:rPr lang="en-ID" sz="2000" dirty="0" err="1"/>
              <a:t>banyak</a:t>
            </a:r>
            <a:r>
              <a:rPr lang="en-ID" sz="2000" dirty="0"/>
              <a:t> </a:t>
            </a:r>
            <a:r>
              <a:rPr lang="en-ID" sz="2000" dirty="0" err="1"/>
              <a:t>pengalaman</a:t>
            </a:r>
            <a:r>
              <a:rPr lang="en-ID" sz="2000" dirty="0"/>
              <a:t>, </a:t>
            </a:r>
            <a:r>
              <a:rPr lang="en-ID" sz="2000" dirty="0" err="1"/>
              <a:t>ilmu</a:t>
            </a:r>
            <a:r>
              <a:rPr lang="en-ID" sz="2000" dirty="0"/>
              <a:t> </a:t>
            </a:r>
            <a:r>
              <a:rPr lang="en-ID" sz="2000" dirty="0" err="1"/>
              <a:t>baru</a:t>
            </a:r>
            <a:r>
              <a:rPr lang="en-ID" sz="2000" dirty="0"/>
              <a:t>, dan </a:t>
            </a:r>
            <a:r>
              <a:rPr lang="en-ID" sz="2000" dirty="0" err="1"/>
              <a:t>lingkungan</a:t>
            </a:r>
            <a:r>
              <a:rPr lang="en-ID" sz="2000" dirty="0"/>
              <a:t> yang </a:t>
            </a:r>
            <a:r>
              <a:rPr lang="en-ID" sz="2000" dirty="0" err="1"/>
              <a:t>membuat</a:t>
            </a:r>
            <a:r>
              <a:rPr lang="en-ID" sz="2000" dirty="0"/>
              <a:t> </a:t>
            </a:r>
            <a:r>
              <a:rPr lang="en-ID" sz="2000" dirty="0" err="1"/>
              <a:t>saya</a:t>
            </a:r>
            <a:r>
              <a:rPr lang="en-ID" sz="2000" dirty="0"/>
              <a:t> </a:t>
            </a:r>
            <a:r>
              <a:rPr lang="en-ID" sz="2000" dirty="0" err="1"/>
              <a:t>berkembang</a:t>
            </a:r>
            <a:r>
              <a:rPr lang="en-ID" sz="2000" dirty="0"/>
              <a:t>. Karena </a:t>
            </a:r>
            <a:r>
              <a:rPr lang="en-ID" sz="2000" dirty="0" err="1"/>
              <a:t>itu</a:t>
            </a:r>
            <a:r>
              <a:rPr lang="en-ID" sz="2000" dirty="0"/>
              <a:t>, </a:t>
            </a:r>
            <a:r>
              <a:rPr lang="en-ID" sz="2000" dirty="0" err="1"/>
              <a:t>ketika</a:t>
            </a:r>
            <a:r>
              <a:rPr lang="en-ID" sz="2000" dirty="0"/>
              <a:t> </a:t>
            </a:r>
            <a:r>
              <a:rPr lang="en-ID" sz="2000" dirty="0" err="1"/>
              <a:t>harus</a:t>
            </a:r>
            <a:r>
              <a:rPr lang="en-ID" sz="2000" dirty="0"/>
              <a:t> </a:t>
            </a:r>
            <a:r>
              <a:rPr lang="en-ID" sz="2000" dirty="0" err="1"/>
              <a:t>mengakhiri</a:t>
            </a:r>
            <a:r>
              <a:rPr lang="en-ID" sz="2000" dirty="0"/>
              <a:t> masa </a:t>
            </a:r>
            <a:r>
              <a:rPr lang="en-ID" sz="2000" dirty="0" err="1"/>
              <a:t>tersebut</a:t>
            </a:r>
            <a:r>
              <a:rPr lang="en-ID" sz="2000" dirty="0"/>
              <a:t>, </a:t>
            </a:r>
            <a:r>
              <a:rPr lang="en-ID" sz="2000" dirty="0" err="1"/>
              <a:t>saya</a:t>
            </a:r>
            <a:r>
              <a:rPr lang="en-ID" sz="2000" dirty="0"/>
              <a:t> </a:t>
            </a:r>
            <a:r>
              <a:rPr lang="en-ID" sz="2000" dirty="0" err="1"/>
              <a:t>merasa</a:t>
            </a:r>
            <a:r>
              <a:rPr lang="en-ID" sz="2000" dirty="0"/>
              <a:t> </a:t>
            </a:r>
            <a:r>
              <a:rPr lang="en-ID" sz="2000" dirty="0" err="1"/>
              <a:t>kehilangan</a:t>
            </a:r>
            <a:r>
              <a:rPr lang="en-ID" sz="2000" dirty="0"/>
              <a:t> dan </a:t>
            </a:r>
            <a:r>
              <a:rPr lang="en-ID" sz="2000" dirty="0" err="1"/>
              <a:t>sedih</a:t>
            </a:r>
            <a:r>
              <a:rPr lang="en-ID" sz="2000" dirty="0"/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D49E13-D6EB-4BA4-91C8-B05740F3CF78}"/>
              </a:ext>
            </a:extLst>
          </p:cNvPr>
          <p:cNvSpPr txBox="1"/>
          <p:nvPr/>
        </p:nvSpPr>
        <p:spPr>
          <a:xfrm>
            <a:off x="7590063" y="1488899"/>
            <a:ext cx="35898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 err="1">
                <a:latin typeface="Tempus Sans ITC" panose="04020404030D07020202" pitchFamily="82" charset="0"/>
                <a:ea typeface="字魂49号-逍遥行书" panose="00000500000000000000" pitchFamily="2" charset="-122"/>
              </a:rPr>
              <a:t>Berakhirnya</a:t>
            </a:r>
            <a:r>
              <a:rPr lang="en-US" altLang="zh-CN" sz="36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 Masa PKL</a:t>
            </a:r>
            <a:endParaRPr lang="zh-CN" altLang="en-US" sz="3600" b="1" dirty="0">
              <a:latin typeface="Tempus Sans ITC" panose="04020404030D07020202" pitchFamily="82" charset="0"/>
              <a:ea typeface="字魂49号-逍遥行书" panose="00000500000000000000" pitchFamily="2" charset="-12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D53468-4238-4F01-93F4-3407965458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2857" y="2658972"/>
            <a:ext cx="4607291" cy="207328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D24540-0EC3-462D-97F2-16BB98199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620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0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4A1ED1E2-5E33-403A-86FE-B83AF572280B}"/>
              </a:ext>
            </a:extLst>
          </p:cNvPr>
          <p:cNvGrpSpPr/>
          <p:nvPr/>
        </p:nvGrpSpPr>
        <p:grpSpPr>
          <a:xfrm flipV="1">
            <a:off x="5309419" y="1814052"/>
            <a:ext cx="1710813" cy="221226"/>
            <a:chOff x="8303342" y="2315497"/>
            <a:chExt cx="1710813" cy="221226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8C9E56E9-F6CB-4A8F-B053-61A251BA21C5}"/>
                </a:ext>
              </a:extLst>
            </p:cNvPr>
            <p:cNvCxnSpPr/>
            <p:nvPr/>
          </p:nvCxnSpPr>
          <p:spPr>
            <a:xfrm>
              <a:off x="8465574" y="2536723"/>
              <a:ext cx="1548581" cy="0"/>
            </a:xfrm>
            <a:prstGeom prst="line">
              <a:avLst/>
            </a:prstGeom>
            <a:ln>
              <a:solidFill>
                <a:srgbClr val="6D2518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BBF1C39D-C072-41C4-B2C6-3B5D9591241F}"/>
                </a:ext>
              </a:extLst>
            </p:cNvPr>
            <p:cNvCxnSpPr/>
            <p:nvPr/>
          </p:nvCxnSpPr>
          <p:spPr>
            <a:xfrm>
              <a:off x="8303342" y="2315497"/>
              <a:ext cx="162232" cy="221226"/>
            </a:xfrm>
            <a:prstGeom prst="line">
              <a:avLst/>
            </a:prstGeom>
            <a:ln>
              <a:solidFill>
                <a:srgbClr val="6D2518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22">
            <a:extLst>
              <a:ext uri="{FF2B5EF4-FFF2-40B4-BE49-F238E27FC236}">
                <a16:creationId xmlns:a16="http://schemas.microsoft.com/office/drawing/2014/main" id="{4BA94762-4768-48AE-B80E-9C79C3C308CC}"/>
              </a:ext>
            </a:extLst>
          </p:cNvPr>
          <p:cNvSpPr txBox="1"/>
          <p:nvPr/>
        </p:nvSpPr>
        <p:spPr>
          <a:xfrm>
            <a:off x="5309419" y="1388642"/>
            <a:ext cx="3710036" cy="5220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2400" dirty="0">
                <a:latin typeface="字魂49号-逍遥行书" panose="00000500000000000000" pitchFamily="2" charset="-122"/>
                <a:ea typeface="字魂49号-逍遥行书" panose="00000500000000000000" pitchFamily="2" charset="-122"/>
                <a:cs typeface="Clear Sans Light" panose="020B0303030202020304" pitchFamily="34" charset="0"/>
              </a:rPr>
              <a:t>Kurang </a:t>
            </a:r>
            <a:r>
              <a:rPr lang="en-US" altLang="zh-CN" sz="2400" dirty="0" err="1">
                <a:latin typeface="字魂49号-逍遥行书" panose="00000500000000000000" pitchFamily="2" charset="-122"/>
                <a:ea typeface="字魂49号-逍遥行书" panose="00000500000000000000" pitchFamily="2" charset="-122"/>
                <a:cs typeface="Clear Sans Light" panose="020B0303030202020304" pitchFamily="34" charset="0"/>
              </a:rPr>
              <a:t>Percaya</a:t>
            </a:r>
            <a:r>
              <a:rPr lang="en-US" altLang="zh-CN" sz="2400" dirty="0">
                <a:latin typeface="字魂49号-逍遥行书" panose="00000500000000000000" pitchFamily="2" charset="-122"/>
                <a:ea typeface="字魂49号-逍遥行书" panose="00000500000000000000" pitchFamily="2" charset="-122"/>
                <a:cs typeface="Clear Sans Light" panose="020B0303030202020304" pitchFamily="34" charset="0"/>
              </a:rPr>
              <a:t> </a:t>
            </a:r>
            <a:r>
              <a:rPr lang="en-US" altLang="zh-CN" sz="2400" dirty="0" err="1">
                <a:latin typeface="字魂49号-逍遥行书" panose="00000500000000000000" pitchFamily="2" charset="-122"/>
                <a:ea typeface="字魂49号-逍遥行书" panose="00000500000000000000" pitchFamily="2" charset="-122"/>
                <a:cs typeface="Clear Sans Light" panose="020B0303030202020304" pitchFamily="34" charset="0"/>
              </a:rPr>
              <a:t>Diri</a:t>
            </a:r>
            <a:endParaRPr lang="en-US" altLang="zh-CN" sz="2400" dirty="0">
              <a:latin typeface="字魂49号-逍遥行书" panose="00000500000000000000" pitchFamily="2" charset="-122"/>
              <a:ea typeface="字魂49号-逍遥行书" panose="00000500000000000000" pitchFamily="2" charset="-122"/>
              <a:cs typeface="Clear Sans Light" panose="020B0303030202020304" pitchFamily="34" charset="0"/>
            </a:endParaRPr>
          </a:p>
          <a:p>
            <a:pPr>
              <a:lnSpc>
                <a:spcPts val="2000"/>
              </a:lnSpc>
            </a:pPr>
            <a:endParaRPr lang="en-US" sz="2400" dirty="0">
              <a:latin typeface="字魂49号-逍遥行书" panose="00000500000000000000" pitchFamily="2" charset="-122"/>
              <a:ea typeface="字魂49号-逍遥行书" panose="00000500000000000000" pitchFamily="2" charset="-122"/>
              <a:cs typeface="Clear Sans Light" panose="020B0303030202020304" pitchFamily="34" charset="0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AD0CFB3-28FB-4E71-A331-47D732E5E100}"/>
              </a:ext>
            </a:extLst>
          </p:cNvPr>
          <p:cNvGrpSpPr/>
          <p:nvPr/>
        </p:nvGrpSpPr>
        <p:grpSpPr>
          <a:xfrm flipV="1">
            <a:off x="8308258" y="3279059"/>
            <a:ext cx="1710813" cy="221226"/>
            <a:chOff x="8303342" y="2315497"/>
            <a:chExt cx="1710813" cy="221226"/>
          </a:xfrm>
        </p:grpSpPr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8CA85CFB-F714-4716-9714-56175E397C11}"/>
                </a:ext>
              </a:extLst>
            </p:cNvPr>
            <p:cNvCxnSpPr/>
            <p:nvPr/>
          </p:nvCxnSpPr>
          <p:spPr>
            <a:xfrm>
              <a:off x="8465574" y="2536723"/>
              <a:ext cx="1548581" cy="0"/>
            </a:xfrm>
            <a:prstGeom prst="line">
              <a:avLst/>
            </a:prstGeom>
            <a:ln>
              <a:solidFill>
                <a:srgbClr val="6D2518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A5B01014-E8DA-4165-89BB-62382AAB921E}"/>
                </a:ext>
              </a:extLst>
            </p:cNvPr>
            <p:cNvCxnSpPr/>
            <p:nvPr/>
          </p:nvCxnSpPr>
          <p:spPr>
            <a:xfrm>
              <a:off x="8303342" y="2315497"/>
              <a:ext cx="162232" cy="221226"/>
            </a:xfrm>
            <a:prstGeom prst="line">
              <a:avLst/>
            </a:prstGeom>
            <a:ln>
              <a:solidFill>
                <a:srgbClr val="6D2518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22">
            <a:extLst>
              <a:ext uri="{FF2B5EF4-FFF2-40B4-BE49-F238E27FC236}">
                <a16:creationId xmlns:a16="http://schemas.microsoft.com/office/drawing/2014/main" id="{9BD627CA-A4BB-4A2F-8BC6-2C07212F76E6}"/>
              </a:ext>
            </a:extLst>
          </p:cNvPr>
          <p:cNvSpPr txBox="1"/>
          <p:nvPr/>
        </p:nvSpPr>
        <p:spPr>
          <a:xfrm>
            <a:off x="8197887" y="2906628"/>
            <a:ext cx="4293030" cy="2655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ts val="2000"/>
              </a:lnSpc>
              <a:defRPr sz="3200">
                <a:latin typeface="字魂49号-逍遥行书" panose="00000500000000000000" pitchFamily="2" charset="-122"/>
                <a:ea typeface="字魂49号-逍遥行书" panose="00000500000000000000" pitchFamily="2" charset="-122"/>
                <a:cs typeface="Clear Sans Light" panose="020B0303030202020304" pitchFamily="34" charset="0"/>
              </a:defRPr>
            </a:lvl1pPr>
          </a:lstStyle>
          <a:p>
            <a:r>
              <a:rPr lang="en-US" altLang="zh-CN" sz="2400" dirty="0" err="1"/>
              <a:t>Ingin</a:t>
            </a:r>
            <a:r>
              <a:rPr lang="en-US" altLang="zh-CN" sz="2400" dirty="0"/>
              <a:t> </a:t>
            </a:r>
            <a:r>
              <a:rPr lang="en-US" altLang="zh-CN" sz="2400" dirty="0" err="1"/>
              <a:t>Menang</a:t>
            </a:r>
            <a:r>
              <a:rPr lang="en-US" altLang="zh-CN" sz="2400" dirty="0"/>
              <a:t> </a:t>
            </a:r>
            <a:r>
              <a:rPr lang="en-US" altLang="zh-CN" sz="2400" dirty="0" err="1"/>
              <a:t>Sendiri</a:t>
            </a:r>
            <a:endParaRPr lang="en-US" sz="2400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661405F3-9C9E-4278-A47B-A46A8F9205E1}"/>
              </a:ext>
            </a:extLst>
          </p:cNvPr>
          <p:cNvGrpSpPr/>
          <p:nvPr/>
        </p:nvGrpSpPr>
        <p:grpSpPr>
          <a:xfrm flipH="1">
            <a:off x="1489586" y="2934931"/>
            <a:ext cx="1710813" cy="221226"/>
            <a:chOff x="8303342" y="2315497"/>
            <a:chExt cx="1710813" cy="221226"/>
          </a:xfrm>
        </p:grpSpPr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BC243BCC-DB81-4B5B-BECB-C725B55D95D2}"/>
                </a:ext>
              </a:extLst>
            </p:cNvPr>
            <p:cNvCxnSpPr/>
            <p:nvPr/>
          </p:nvCxnSpPr>
          <p:spPr>
            <a:xfrm>
              <a:off x="8465574" y="2536723"/>
              <a:ext cx="1548581" cy="0"/>
            </a:xfrm>
            <a:prstGeom prst="line">
              <a:avLst/>
            </a:prstGeom>
            <a:ln>
              <a:solidFill>
                <a:srgbClr val="6D2518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5B86168C-B303-4931-8F79-6A2051E5F7AD}"/>
                </a:ext>
              </a:extLst>
            </p:cNvPr>
            <p:cNvCxnSpPr/>
            <p:nvPr/>
          </p:nvCxnSpPr>
          <p:spPr>
            <a:xfrm>
              <a:off x="8303342" y="2315497"/>
              <a:ext cx="162232" cy="221226"/>
            </a:xfrm>
            <a:prstGeom prst="line">
              <a:avLst/>
            </a:prstGeom>
            <a:ln>
              <a:solidFill>
                <a:srgbClr val="6D2518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22">
            <a:extLst>
              <a:ext uri="{FF2B5EF4-FFF2-40B4-BE49-F238E27FC236}">
                <a16:creationId xmlns:a16="http://schemas.microsoft.com/office/drawing/2014/main" id="{8AA9FD91-5579-45ED-BA28-009F0CD7BFDC}"/>
              </a:ext>
            </a:extLst>
          </p:cNvPr>
          <p:cNvSpPr txBox="1"/>
          <p:nvPr/>
        </p:nvSpPr>
        <p:spPr>
          <a:xfrm>
            <a:off x="1379049" y="2599042"/>
            <a:ext cx="1778715" cy="546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2400" dirty="0" err="1">
                <a:latin typeface="字魂49号-逍遥行书" panose="00000500000000000000" pitchFamily="2" charset="-122"/>
                <a:ea typeface="字魂49号-逍遥行书" panose="00000500000000000000" pitchFamily="2" charset="-122"/>
                <a:cs typeface="Clear Sans Light" panose="020B0303030202020304" pitchFamily="34" charset="0"/>
              </a:rPr>
              <a:t>Pendiam</a:t>
            </a:r>
            <a:endParaRPr lang="en-US" altLang="zh-CN" sz="2800" dirty="0">
              <a:latin typeface="字魂49号-逍遥行书" panose="00000500000000000000" pitchFamily="2" charset="-122"/>
              <a:ea typeface="字魂49号-逍遥行书" panose="00000500000000000000" pitchFamily="2" charset="-122"/>
              <a:cs typeface="Clear Sans Light" panose="020B0303030202020304" pitchFamily="34" charset="0"/>
            </a:endParaRPr>
          </a:p>
          <a:p>
            <a:pPr>
              <a:lnSpc>
                <a:spcPts val="2000"/>
              </a:lnSpc>
            </a:pPr>
            <a:endParaRPr lang="en-US" sz="2800" dirty="0">
              <a:latin typeface="字魂49号-逍遥行书" panose="00000500000000000000" pitchFamily="2" charset="-122"/>
              <a:ea typeface="字魂49号-逍遥行书" panose="00000500000000000000" pitchFamily="2" charset="-122"/>
              <a:cs typeface="Clear Sans Light" panose="020B0303030202020304" pitchFamily="34" charset="0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E0749184-97BD-40C7-94A5-022103E00D6B}"/>
              </a:ext>
            </a:extLst>
          </p:cNvPr>
          <p:cNvGrpSpPr/>
          <p:nvPr/>
        </p:nvGrpSpPr>
        <p:grpSpPr>
          <a:xfrm>
            <a:off x="293477" y="0"/>
            <a:ext cx="3656527" cy="923330"/>
            <a:chOff x="293477" y="0"/>
            <a:chExt cx="3656527" cy="923330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20E34199-6158-46EA-9412-ED9C269E0F67}"/>
                </a:ext>
              </a:extLst>
            </p:cNvPr>
            <p:cNvSpPr/>
            <p:nvPr/>
          </p:nvSpPr>
          <p:spPr>
            <a:xfrm>
              <a:off x="293477" y="0"/>
              <a:ext cx="877163" cy="92333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zh-CN" altLang="en-US" sz="5400" dirty="0">
                  <a:latin typeface="字魂49号-逍遥行书" panose="00000500000000000000" pitchFamily="2" charset="-122"/>
                  <a:ea typeface="字魂49号-逍遥行书" panose="00000500000000000000" pitchFamily="2" charset="-122"/>
                </a:rPr>
                <a:t>壹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C8C79BB9-92E8-400B-8149-169C1DF5D02D}"/>
                </a:ext>
              </a:extLst>
            </p:cNvPr>
            <p:cNvSpPr txBox="1"/>
            <p:nvPr/>
          </p:nvSpPr>
          <p:spPr>
            <a:xfrm>
              <a:off x="1029823" y="294453"/>
              <a:ext cx="29201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latin typeface="字魂49号-逍遥行书" panose="00000500000000000000" pitchFamily="2" charset="-122"/>
                  <a:ea typeface="字魂49号-逍遥行书" panose="00000500000000000000" pitchFamily="2" charset="-122"/>
                </a:rPr>
                <a:t>输入标题</a:t>
              </a: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76ADEB7A-33EF-4CDD-87DD-673FB5D89678}"/>
              </a:ext>
            </a:extLst>
          </p:cNvPr>
          <p:cNvGrpSpPr/>
          <p:nvPr/>
        </p:nvGrpSpPr>
        <p:grpSpPr>
          <a:xfrm>
            <a:off x="1669774" y="439989"/>
            <a:ext cx="7706799" cy="7538932"/>
            <a:chOff x="2064774" y="855407"/>
            <a:chExt cx="7374193" cy="7213571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BFB1A57-322B-480C-BBA0-983D6959EB52}"/>
                </a:ext>
              </a:extLst>
            </p:cNvPr>
            <p:cNvSpPr/>
            <p:nvPr/>
          </p:nvSpPr>
          <p:spPr>
            <a:xfrm>
              <a:off x="2256503" y="855407"/>
              <a:ext cx="7182464" cy="7213571"/>
            </a:xfrm>
            <a:prstGeom prst="rect">
              <a:avLst/>
            </a:prstGeom>
            <a:blipFill dpi="0" rotWithShape="1">
              <a:blip r:embed="rId2">
                <a:alphaModFix amt="6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5854999C-9CA0-4514-8F7A-E681AC5A20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4774" y="2050025"/>
              <a:ext cx="7226710" cy="3392129"/>
            </a:xfrm>
            <a:prstGeom prst="rect">
              <a:avLst/>
            </a:prstGeom>
          </p:spPr>
        </p:pic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F5542105-79F1-4D1C-BEC0-2AD25CFAD340}"/>
              </a:ext>
            </a:extLst>
          </p:cNvPr>
          <p:cNvSpPr txBox="1"/>
          <p:nvPr/>
        </p:nvSpPr>
        <p:spPr>
          <a:xfrm>
            <a:off x="193301" y="1096254"/>
            <a:ext cx="35898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Aku Waktu </a:t>
            </a:r>
            <a:r>
              <a:rPr lang="en-US" altLang="zh-CN" sz="3200" b="1" dirty="0" err="1">
                <a:latin typeface="Tempus Sans ITC" panose="04020404030D07020202" pitchFamily="82" charset="0"/>
                <a:ea typeface="字魂49号-逍遥行书" panose="00000500000000000000" pitchFamily="2" charset="-122"/>
              </a:rPr>
              <a:t>Dulu</a:t>
            </a:r>
            <a:r>
              <a:rPr lang="en-US" altLang="zh-CN" sz="32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 :</a:t>
            </a:r>
            <a:endParaRPr lang="zh-CN" altLang="en-US" sz="3200" b="1" dirty="0">
              <a:latin typeface="Tempus Sans ITC" panose="04020404030D07020202" pitchFamily="82" charset="0"/>
              <a:ea typeface="字魂49号-逍遥行书" panose="00000500000000000000" pitchFamily="2" charset="-122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5F791B-4DE0-47CB-9604-4D278FA26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8849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  <p:bldP spid="35" grpId="0"/>
      <p:bldP spid="4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4A1ED1E2-5E33-403A-86FE-B83AF572280B}"/>
              </a:ext>
            </a:extLst>
          </p:cNvPr>
          <p:cNvGrpSpPr/>
          <p:nvPr/>
        </p:nvGrpSpPr>
        <p:grpSpPr>
          <a:xfrm flipV="1">
            <a:off x="5309419" y="1814052"/>
            <a:ext cx="1710813" cy="221226"/>
            <a:chOff x="8303342" y="2315497"/>
            <a:chExt cx="1710813" cy="221226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8C9E56E9-F6CB-4A8F-B053-61A251BA21C5}"/>
                </a:ext>
              </a:extLst>
            </p:cNvPr>
            <p:cNvCxnSpPr/>
            <p:nvPr/>
          </p:nvCxnSpPr>
          <p:spPr>
            <a:xfrm>
              <a:off x="8465574" y="2536723"/>
              <a:ext cx="1548581" cy="0"/>
            </a:xfrm>
            <a:prstGeom prst="line">
              <a:avLst/>
            </a:prstGeom>
            <a:ln>
              <a:solidFill>
                <a:srgbClr val="6D2518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BBF1C39D-C072-41C4-B2C6-3B5D9591241F}"/>
                </a:ext>
              </a:extLst>
            </p:cNvPr>
            <p:cNvCxnSpPr/>
            <p:nvPr/>
          </p:nvCxnSpPr>
          <p:spPr>
            <a:xfrm>
              <a:off x="8303342" y="2315497"/>
              <a:ext cx="162232" cy="221226"/>
            </a:xfrm>
            <a:prstGeom prst="line">
              <a:avLst/>
            </a:prstGeom>
            <a:ln>
              <a:solidFill>
                <a:srgbClr val="6D2518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22">
            <a:extLst>
              <a:ext uri="{FF2B5EF4-FFF2-40B4-BE49-F238E27FC236}">
                <a16:creationId xmlns:a16="http://schemas.microsoft.com/office/drawing/2014/main" id="{4BA94762-4768-48AE-B80E-9C79C3C308CC}"/>
              </a:ext>
            </a:extLst>
          </p:cNvPr>
          <p:cNvSpPr txBox="1"/>
          <p:nvPr/>
        </p:nvSpPr>
        <p:spPr>
          <a:xfrm>
            <a:off x="5487000" y="1190034"/>
            <a:ext cx="2562372" cy="5291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ID" sz="2400" dirty="0" err="1">
                <a:ea typeface="字魂49号-逍遥行书" panose="00000500000000000000"/>
              </a:rPr>
              <a:t>Berani</a:t>
            </a:r>
            <a:r>
              <a:rPr lang="en-ID" sz="2400" dirty="0">
                <a:ea typeface="字魂49号-逍遥行书" panose="00000500000000000000"/>
              </a:rPr>
              <a:t> </a:t>
            </a:r>
            <a:r>
              <a:rPr lang="en-ID" sz="2400" dirty="0" err="1">
                <a:ea typeface="字魂49号-逍遥行书" panose="00000500000000000000"/>
              </a:rPr>
              <a:t>mencoba</a:t>
            </a:r>
            <a:r>
              <a:rPr lang="en-ID" sz="2400" dirty="0">
                <a:ea typeface="字魂49号-逍遥行书" panose="00000500000000000000"/>
              </a:rPr>
              <a:t> </a:t>
            </a:r>
            <a:r>
              <a:rPr lang="en-ID" sz="2400" dirty="0" err="1">
                <a:ea typeface="字魂49号-逍遥行书" panose="00000500000000000000"/>
              </a:rPr>
              <a:t>pengalaman</a:t>
            </a:r>
            <a:r>
              <a:rPr lang="en-ID" sz="2400" dirty="0">
                <a:ea typeface="字魂49号-逍遥行书" panose="00000500000000000000"/>
              </a:rPr>
              <a:t> </a:t>
            </a:r>
            <a:r>
              <a:rPr lang="en-ID" sz="2400" dirty="0" err="1">
                <a:ea typeface="字魂49号-逍遥行书" panose="00000500000000000000"/>
              </a:rPr>
              <a:t>baru</a:t>
            </a:r>
            <a:endParaRPr lang="en-US" sz="1050" dirty="0">
              <a:latin typeface="字魂49号-逍遥行书" panose="00000500000000000000" pitchFamily="2" charset="-122"/>
              <a:ea typeface="字魂49号-逍遥行书" panose="00000500000000000000"/>
              <a:cs typeface="Clear Sans Light" panose="020B0303030202020304" pitchFamily="34" charset="0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AD0CFB3-28FB-4E71-A331-47D732E5E100}"/>
              </a:ext>
            </a:extLst>
          </p:cNvPr>
          <p:cNvGrpSpPr/>
          <p:nvPr/>
        </p:nvGrpSpPr>
        <p:grpSpPr>
          <a:xfrm flipV="1">
            <a:off x="8308258" y="3279059"/>
            <a:ext cx="1710813" cy="221226"/>
            <a:chOff x="8303342" y="2315497"/>
            <a:chExt cx="1710813" cy="221226"/>
          </a:xfrm>
        </p:grpSpPr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8CA85CFB-F714-4716-9714-56175E397C11}"/>
                </a:ext>
              </a:extLst>
            </p:cNvPr>
            <p:cNvCxnSpPr/>
            <p:nvPr/>
          </p:nvCxnSpPr>
          <p:spPr>
            <a:xfrm>
              <a:off x="8465574" y="2536723"/>
              <a:ext cx="1548581" cy="0"/>
            </a:xfrm>
            <a:prstGeom prst="line">
              <a:avLst/>
            </a:prstGeom>
            <a:ln>
              <a:solidFill>
                <a:srgbClr val="6D2518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A5B01014-E8DA-4165-89BB-62382AAB921E}"/>
                </a:ext>
              </a:extLst>
            </p:cNvPr>
            <p:cNvCxnSpPr/>
            <p:nvPr/>
          </p:nvCxnSpPr>
          <p:spPr>
            <a:xfrm>
              <a:off x="8303342" y="2315497"/>
              <a:ext cx="162232" cy="221226"/>
            </a:xfrm>
            <a:prstGeom prst="line">
              <a:avLst/>
            </a:prstGeom>
            <a:ln>
              <a:solidFill>
                <a:srgbClr val="6D2518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22">
            <a:extLst>
              <a:ext uri="{FF2B5EF4-FFF2-40B4-BE49-F238E27FC236}">
                <a16:creationId xmlns:a16="http://schemas.microsoft.com/office/drawing/2014/main" id="{9BD627CA-A4BB-4A2F-8BC6-2C07212F76E6}"/>
              </a:ext>
            </a:extLst>
          </p:cNvPr>
          <p:cNvSpPr txBox="1"/>
          <p:nvPr/>
        </p:nvSpPr>
        <p:spPr>
          <a:xfrm>
            <a:off x="8530410" y="2672846"/>
            <a:ext cx="2696832" cy="5129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ts val="2000"/>
              </a:lnSpc>
              <a:defRPr sz="3200">
                <a:latin typeface="字魂49号-逍遥行书" panose="00000500000000000000" pitchFamily="2" charset="-122"/>
                <a:ea typeface="字魂49号-逍遥行书" panose="00000500000000000000" pitchFamily="2" charset="-122"/>
                <a:cs typeface="Clear Sans Light" panose="020B0303030202020304" pitchFamily="34" charset="0"/>
              </a:defRPr>
            </a:lvl1pPr>
          </a:lstStyle>
          <a:p>
            <a:r>
              <a:rPr lang="en-ID" sz="1800" dirty="0" err="1"/>
              <a:t>Lebih</a:t>
            </a:r>
            <a:r>
              <a:rPr lang="en-ID" sz="1800" dirty="0"/>
              <a:t> </a:t>
            </a:r>
            <a:r>
              <a:rPr lang="en-ID" sz="1800" dirty="0" err="1"/>
              <a:t>Mudah</a:t>
            </a:r>
            <a:r>
              <a:rPr lang="en-ID" sz="1800" dirty="0"/>
              <a:t> </a:t>
            </a:r>
            <a:r>
              <a:rPr lang="en-ID" sz="1800" dirty="0" err="1"/>
              <a:t>Beradaptasi</a:t>
            </a:r>
            <a:endParaRPr 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661405F3-9C9E-4278-A47B-A46A8F9205E1}"/>
              </a:ext>
            </a:extLst>
          </p:cNvPr>
          <p:cNvGrpSpPr/>
          <p:nvPr/>
        </p:nvGrpSpPr>
        <p:grpSpPr>
          <a:xfrm flipH="1">
            <a:off x="1489586" y="2934931"/>
            <a:ext cx="1710813" cy="221226"/>
            <a:chOff x="8303342" y="2315497"/>
            <a:chExt cx="1710813" cy="221226"/>
          </a:xfrm>
        </p:grpSpPr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BC243BCC-DB81-4B5B-BECB-C725B55D95D2}"/>
                </a:ext>
              </a:extLst>
            </p:cNvPr>
            <p:cNvCxnSpPr/>
            <p:nvPr/>
          </p:nvCxnSpPr>
          <p:spPr>
            <a:xfrm>
              <a:off x="8465574" y="2536723"/>
              <a:ext cx="1548581" cy="0"/>
            </a:xfrm>
            <a:prstGeom prst="line">
              <a:avLst/>
            </a:prstGeom>
            <a:ln>
              <a:solidFill>
                <a:srgbClr val="6D2518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5B86168C-B303-4931-8F79-6A2051E5F7AD}"/>
                </a:ext>
              </a:extLst>
            </p:cNvPr>
            <p:cNvCxnSpPr/>
            <p:nvPr/>
          </p:nvCxnSpPr>
          <p:spPr>
            <a:xfrm>
              <a:off x="8303342" y="2315497"/>
              <a:ext cx="162232" cy="221226"/>
            </a:xfrm>
            <a:prstGeom prst="line">
              <a:avLst/>
            </a:prstGeom>
            <a:ln>
              <a:solidFill>
                <a:srgbClr val="6D2518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22">
            <a:extLst>
              <a:ext uri="{FF2B5EF4-FFF2-40B4-BE49-F238E27FC236}">
                <a16:creationId xmlns:a16="http://schemas.microsoft.com/office/drawing/2014/main" id="{8AA9FD91-5579-45ED-BA28-009F0CD7BFDC}"/>
              </a:ext>
            </a:extLst>
          </p:cNvPr>
          <p:cNvSpPr txBox="1"/>
          <p:nvPr/>
        </p:nvSpPr>
        <p:spPr>
          <a:xfrm>
            <a:off x="1836841" y="2814293"/>
            <a:ext cx="1778715" cy="5220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2000" dirty="0" err="1">
                <a:latin typeface="字魂49号-逍遥行书" panose="00000500000000000000" pitchFamily="2" charset="-122"/>
                <a:ea typeface="字魂49号-逍遥行书" panose="00000500000000000000" pitchFamily="2" charset="-122"/>
                <a:cs typeface="Clear Sans Light" panose="020B0303030202020304" pitchFamily="34" charset="0"/>
              </a:rPr>
              <a:t>Mandiri</a:t>
            </a:r>
            <a:endParaRPr lang="en-US" altLang="zh-CN" sz="2000" dirty="0">
              <a:latin typeface="字魂49号-逍遥行书" panose="00000500000000000000" pitchFamily="2" charset="-122"/>
              <a:ea typeface="字魂49号-逍遥行书" panose="00000500000000000000" pitchFamily="2" charset="-122"/>
              <a:cs typeface="Clear Sans Light" panose="020B0303030202020304" pitchFamily="34" charset="0"/>
            </a:endParaRPr>
          </a:p>
          <a:p>
            <a:pPr>
              <a:lnSpc>
                <a:spcPts val="2000"/>
              </a:lnSpc>
            </a:pPr>
            <a:endParaRPr lang="en-US" sz="2000" dirty="0">
              <a:latin typeface="字魂49号-逍遥行书" panose="00000500000000000000" pitchFamily="2" charset="-122"/>
              <a:ea typeface="字魂49号-逍遥行书" panose="00000500000000000000" pitchFamily="2" charset="-122"/>
              <a:cs typeface="Clear Sans Light" panose="020B0303030202020304" pitchFamily="34" charset="0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E0749184-97BD-40C7-94A5-022103E00D6B}"/>
              </a:ext>
            </a:extLst>
          </p:cNvPr>
          <p:cNvGrpSpPr/>
          <p:nvPr/>
        </p:nvGrpSpPr>
        <p:grpSpPr>
          <a:xfrm>
            <a:off x="293477" y="0"/>
            <a:ext cx="3656527" cy="923330"/>
            <a:chOff x="293477" y="0"/>
            <a:chExt cx="3656527" cy="923330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20E34199-6158-46EA-9412-ED9C269E0F67}"/>
                </a:ext>
              </a:extLst>
            </p:cNvPr>
            <p:cNvSpPr/>
            <p:nvPr/>
          </p:nvSpPr>
          <p:spPr>
            <a:xfrm>
              <a:off x="293477" y="0"/>
              <a:ext cx="877163" cy="92333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zh-CN" altLang="en-US" sz="5400" dirty="0">
                  <a:latin typeface="字魂49号-逍遥行书" panose="00000500000000000000" pitchFamily="2" charset="-122"/>
                  <a:ea typeface="字魂49号-逍遥行书" panose="00000500000000000000" pitchFamily="2" charset="-122"/>
                </a:rPr>
                <a:t>壹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C8C79BB9-92E8-400B-8149-169C1DF5D02D}"/>
                </a:ext>
              </a:extLst>
            </p:cNvPr>
            <p:cNvSpPr txBox="1"/>
            <p:nvPr/>
          </p:nvSpPr>
          <p:spPr>
            <a:xfrm>
              <a:off x="1029823" y="294453"/>
              <a:ext cx="29201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latin typeface="字魂49号-逍遥行书" panose="00000500000000000000" pitchFamily="2" charset="-122"/>
                  <a:ea typeface="字魂49号-逍遥行书" panose="00000500000000000000" pitchFamily="2" charset="-122"/>
                </a:rPr>
                <a:t>输入标题</a:t>
              </a: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76ADEB7A-33EF-4CDD-87DD-673FB5D89678}"/>
              </a:ext>
            </a:extLst>
          </p:cNvPr>
          <p:cNvGrpSpPr/>
          <p:nvPr/>
        </p:nvGrpSpPr>
        <p:grpSpPr>
          <a:xfrm>
            <a:off x="4239492" y="2856125"/>
            <a:ext cx="5292809" cy="5177522"/>
            <a:chOff x="2064774" y="855407"/>
            <a:chExt cx="7374193" cy="7213571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BFB1A57-322B-480C-BBA0-983D6959EB52}"/>
                </a:ext>
              </a:extLst>
            </p:cNvPr>
            <p:cNvSpPr/>
            <p:nvPr/>
          </p:nvSpPr>
          <p:spPr>
            <a:xfrm>
              <a:off x="2256503" y="855407"/>
              <a:ext cx="7182464" cy="7213571"/>
            </a:xfrm>
            <a:prstGeom prst="rect">
              <a:avLst/>
            </a:prstGeom>
            <a:blipFill dpi="0" rotWithShape="1">
              <a:blip r:embed="rId2">
                <a:alphaModFix amt="6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5854999C-9CA0-4514-8F7A-E681AC5A20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4774" y="2050025"/>
              <a:ext cx="7226710" cy="3392129"/>
            </a:xfrm>
            <a:prstGeom prst="rect">
              <a:avLst/>
            </a:prstGeom>
          </p:spPr>
        </p:pic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F5542105-79F1-4D1C-BEC0-2AD25CFAD340}"/>
              </a:ext>
            </a:extLst>
          </p:cNvPr>
          <p:cNvSpPr txBox="1"/>
          <p:nvPr/>
        </p:nvSpPr>
        <p:spPr>
          <a:xfrm>
            <a:off x="193301" y="1096254"/>
            <a:ext cx="39493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Aku </a:t>
            </a:r>
            <a:r>
              <a:rPr lang="en-US" altLang="zh-CN" sz="3200" b="1" dirty="0" err="1">
                <a:latin typeface="Tempus Sans ITC" panose="04020404030D07020202" pitchFamily="82" charset="0"/>
                <a:ea typeface="字魂49号-逍遥行书" panose="00000500000000000000" pitchFamily="2" charset="-122"/>
              </a:rPr>
              <a:t>Sekarang</a:t>
            </a:r>
            <a:r>
              <a:rPr lang="en-US" altLang="zh-CN" sz="32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 :</a:t>
            </a:r>
            <a:endParaRPr lang="zh-CN" altLang="en-US" sz="3200" b="1" dirty="0">
              <a:latin typeface="Tempus Sans ITC" panose="04020404030D07020202" pitchFamily="82" charset="0"/>
              <a:ea typeface="字魂49号-逍遥行书" panose="00000500000000000000" pitchFamily="2" charset="-122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C54E44-18CA-42D4-A425-A211A9171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784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  <p:bldP spid="35" grpId="0"/>
      <p:bldP spid="4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7C86031-83D2-4E1D-8C98-282CA28A046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6071585-6151-4A50-AD5E-8EB7B82CD3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53" t="15043" r="977" b="33811"/>
          <a:stretch/>
        </p:blipFill>
        <p:spPr>
          <a:xfrm>
            <a:off x="9398924" y="1363288"/>
            <a:ext cx="2793076" cy="3674225"/>
          </a:xfrm>
          <a:custGeom>
            <a:avLst/>
            <a:gdLst>
              <a:gd name="connsiteX0" fmla="*/ 0 w 2793076"/>
              <a:gd name="connsiteY0" fmla="*/ 0 h 3674225"/>
              <a:gd name="connsiteX1" fmla="*/ 2793076 w 2793076"/>
              <a:gd name="connsiteY1" fmla="*/ 0 h 3674225"/>
              <a:gd name="connsiteX2" fmla="*/ 2793076 w 2793076"/>
              <a:gd name="connsiteY2" fmla="*/ 3674225 h 3674225"/>
              <a:gd name="connsiteX3" fmla="*/ 0 w 2793076"/>
              <a:gd name="connsiteY3" fmla="*/ 3674225 h 3674225"/>
              <a:gd name="connsiteX4" fmla="*/ 0 w 2793076"/>
              <a:gd name="connsiteY4" fmla="*/ 0 h 3674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93076" h="3674225">
                <a:moveTo>
                  <a:pt x="0" y="0"/>
                </a:moveTo>
                <a:lnTo>
                  <a:pt x="2793076" y="0"/>
                </a:lnTo>
                <a:lnTo>
                  <a:pt x="2793076" y="3674225"/>
                </a:lnTo>
                <a:lnTo>
                  <a:pt x="0" y="3674225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94957C0F-1F7D-428C-8A14-E6B873FA35DD}"/>
              </a:ext>
            </a:extLst>
          </p:cNvPr>
          <p:cNvGrpSpPr/>
          <p:nvPr/>
        </p:nvGrpSpPr>
        <p:grpSpPr>
          <a:xfrm>
            <a:off x="183975" y="0"/>
            <a:ext cx="3827587" cy="923988"/>
            <a:chOff x="360956" y="0"/>
            <a:chExt cx="3827587" cy="92398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FD5338C-AFA4-41F1-AAA3-903D37456DFD}"/>
                </a:ext>
              </a:extLst>
            </p:cNvPr>
            <p:cNvSpPr/>
            <p:nvPr/>
          </p:nvSpPr>
          <p:spPr>
            <a:xfrm>
              <a:off x="360956" y="0"/>
              <a:ext cx="877163" cy="92333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zh-CN" altLang="en-US" sz="5400" dirty="0">
                  <a:latin typeface="字魂49号-逍遥行书" panose="00000500000000000000" pitchFamily="2" charset="-122"/>
                  <a:ea typeface="字魂49号-逍遥行书" panose="00000500000000000000" pitchFamily="2" charset="-122"/>
                </a:rPr>
                <a:t>贰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87C2106-EE3D-4B5E-A562-5BDFF0FCB56C}"/>
                </a:ext>
              </a:extLst>
            </p:cNvPr>
            <p:cNvSpPr txBox="1"/>
            <p:nvPr/>
          </p:nvSpPr>
          <p:spPr>
            <a:xfrm>
              <a:off x="1268362" y="339213"/>
              <a:ext cx="29201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latin typeface="字魂49号-逍遥行书" panose="00000500000000000000" pitchFamily="2" charset="-122"/>
                  <a:ea typeface="字魂49号-逍遥行书" panose="00000500000000000000" pitchFamily="2" charset="-122"/>
                </a:rPr>
                <a:t>输入标题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E1E659D-B20D-40B9-83A3-9FB3F557A5E1}"/>
              </a:ext>
            </a:extLst>
          </p:cNvPr>
          <p:cNvGrpSpPr/>
          <p:nvPr/>
        </p:nvGrpSpPr>
        <p:grpSpPr>
          <a:xfrm>
            <a:off x="763229" y="-798284"/>
            <a:ext cx="10940122" cy="7445070"/>
            <a:chOff x="889566" y="-331687"/>
            <a:chExt cx="10940122" cy="7445070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DB7AD2FE-F7E9-4701-88E3-EF496D7EA5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67463" y="-331687"/>
              <a:ext cx="6662225" cy="2081946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8AB93517-F7E4-48F6-AC44-F4EA485D4C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889566" y="5531057"/>
              <a:ext cx="3614344" cy="1582326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E5F7D3A-5271-4A42-9309-53024E864F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204" y="2591082"/>
            <a:ext cx="3574659" cy="2323528"/>
          </a:xfrm>
          <a:prstGeom prst="rect">
            <a:avLst/>
          </a:prstGeom>
        </p:spPr>
      </p:pic>
      <p:sp>
        <p:nvSpPr>
          <p:cNvPr id="19" name="TextBox 22">
            <a:extLst>
              <a:ext uri="{FF2B5EF4-FFF2-40B4-BE49-F238E27FC236}">
                <a16:creationId xmlns:a16="http://schemas.microsoft.com/office/drawing/2014/main" id="{1AEE1340-4BE4-48BA-9ECF-6DF89296B1B7}"/>
              </a:ext>
            </a:extLst>
          </p:cNvPr>
          <p:cNvSpPr txBox="1"/>
          <p:nvPr/>
        </p:nvSpPr>
        <p:spPr>
          <a:xfrm>
            <a:off x="4307987" y="2644850"/>
            <a:ext cx="6227491" cy="22159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en-ID" sz="2400" dirty="0"/>
              <a:t>Saya </a:t>
            </a:r>
            <a:r>
              <a:rPr lang="en-ID" sz="2400" dirty="0" err="1"/>
              <a:t>pernah</a:t>
            </a:r>
            <a:r>
              <a:rPr lang="en-ID" sz="2400" dirty="0"/>
              <a:t> </a:t>
            </a:r>
            <a:r>
              <a:rPr lang="en-ID" sz="2400" dirty="0" err="1"/>
              <a:t>menjadi</a:t>
            </a:r>
            <a:r>
              <a:rPr lang="en-ID" sz="2400" dirty="0"/>
              <a:t> </a:t>
            </a:r>
            <a:r>
              <a:rPr lang="en-ID" sz="2400" dirty="0" err="1"/>
              <a:t>atlet</a:t>
            </a:r>
            <a:r>
              <a:rPr lang="en-ID" sz="2400" dirty="0"/>
              <a:t> </a:t>
            </a:r>
            <a:r>
              <a:rPr lang="en-ID" sz="2400" dirty="0" err="1"/>
              <a:t>pencak</a:t>
            </a:r>
            <a:r>
              <a:rPr lang="en-ID" sz="2400" dirty="0"/>
              <a:t> </a:t>
            </a:r>
            <a:r>
              <a:rPr lang="en-ID" sz="2400" dirty="0" err="1"/>
              <a:t>silat</a:t>
            </a:r>
            <a:r>
              <a:rPr lang="en-ID" sz="2400" dirty="0"/>
              <a:t> </a:t>
            </a:r>
            <a:r>
              <a:rPr lang="en-ID" sz="2400" dirty="0" err="1"/>
              <a:t>kategori</a:t>
            </a:r>
            <a:r>
              <a:rPr lang="en-ID" sz="2400" dirty="0"/>
              <a:t> </a:t>
            </a:r>
            <a:r>
              <a:rPr lang="en-ID" sz="2400" dirty="0" err="1"/>
              <a:t>pra-remaja</a:t>
            </a:r>
            <a:r>
              <a:rPr lang="en-ID" sz="2400" dirty="0"/>
              <a:t>. </a:t>
            </a:r>
            <a:r>
              <a:rPr lang="en-ID" sz="2400" dirty="0" err="1"/>
              <a:t>Cita-cita</a:t>
            </a:r>
            <a:r>
              <a:rPr lang="en-ID" sz="2400" dirty="0"/>
              <a:t> </a:t>
            </a:r>
            <a:r>
              <a:rPr lang="en-ID" sz="2400" dirty="0" err="1"/>
              <a:t>menjadi</a:t>
            </a:r>
            <a:r>
              <a:rPr lang="en-ID" sz="2400" dirty="0"/>
              <a:t> </a:t>
            </a:r>
            <a:r>
              <a:rPr lang="en-ID" sz="2400" dirty="0" err="1"/>
              <a:t>atlet</a:t>
            </a:r>
            <a:r>
              <a:rPr lang="en-ID" sz="2400" dirty="0"/>
              <a:t> </a:t>
            </a:r>
            <a:r>
              <a:rPr lang="en-ID" sz="2400" dirty="0" err="1"/>
              <a:t>belum</a:t>
            </a:r>
            <a:r>
              <a:rPr lang="en-ID" sz="2400" dirty="0"/>
              <a:t> </a:t>
            </a:r>
            <a:r>
              <a:rPr lang="en-ID" sz="2400" dirty="0" err="1"/>
              <a:t>terwujud</a:t>
            </a:r>
            <a:r>
              <a:rPr lang="en-ID" sz="2400" dirty="0"/>
              <a:t> </a:t>
            </a:r>
            <a:r>
              <a:rPr lang="en-ID" sz="2400" dirty="0" err="1"/>
              <a:t>karena</a:t>
            </a:r>
            <a:r>
              <a:rPr lang="en-ID" sz="2400" dirty="0"/>
              <a:t> </a:t>
            </a:r>
            <a:r>
              <a:rPr lang="en-ID" sz="2400" dirty="0" err="1"/>
              <a:t>keterbatasan</a:t>
            </a:r>
            <a:r>
              <a:rPr lang="en-ID" sz="2400" dirty="0"/>
              <a:t> </a:t>
            </a:r>
            <a:r>
              <a:rPr lang="en-ID" sz="2400" dirty="0" err="1"/>
              <a:t>dukungan</a:t>
            </a:r>
            <a:r>
              <a:rPr lang="en-ID" sz="2400" dirty="0"/>
              <a:t> dan </a:t>
            </a:r>
            <a:r>
              <a:rPr lang="en-ID" sz="2400" dirty="0" err="1"/>
              <a:t>kesempatan</a:t>
            </a:r>
            <a:r>
              <a:rPr lang="en-ID" sz="2400" dirty="0"/>
              <a:t> pada </a:t>
            </a:r>
            <a:r>
              <a:rPr lang="en-ID" sz="2400" dirty="0" err="1"/>
              <a:t>saat</a:t>
            </a:r>
            <a:r>
              <a:rPr lang="en-ID" sz="2400" dirty="0"/>
              <a:t> </a:t>
            </a:r>
            <a:r>
              <a:rPr lang="en-ID" sz="2400" dirty="0" err="1"/>
              <a:t>itu</a:t>
            </a:r>
            <a:r>
              <a:rPr lang="en-ID" sz="2400" dirty="0"/>
              <a:t>. </a:t>
            </a:r>
            <a:r>
              <a:rPr lang="en-ID" sz="2400" dirty="0" err="1"/>
              <a:t>Namun</a:t>
            </a:r>
            <a:r>
              <a:rPr lang="en-ID" sz="2400" dirty="0"/>
              <a:t>, </a:t>
            </a:r>
            <a:r>
              <a:rPr lang="en-ID" sz="2400" dirty="0" err="1"/>
              <a:t>pengalaman</a:t>
            </a:r>
            <a:r>
              <a:rPr lang="en-ID" sz="2400" dirty="0"/>
              <a:t> </a:t>
            </a:r>
            <a:r>
              <a:rPr lang="en-ID" sz="2400" dirty="0" err="1"/>
              <a:t>tersebut</a:t>
            </a:r>
            <a:r>
              <a:rPr lang="en-ID" sz="2400" dirty="0"/>
              <a:t> </a:t>
            </a:r>
            <a:r>
              <a:rPr lang="en-ID" sz="2400" dirty="0" err="1"/>
              <a:t>tetap</a:t>
            </a:r>
            <a:r>
              <a:rPr lang="en-ID" sz="2400" dirty="0"/>
              <a:t> </a:t>
            </a:r>
            <a:r>
              <a:rPr lang="en-ID" sz="2400" dirty="0" err="1"/>
              <a:t>menjadi</a:t>
            </a:r>
            <a:r>
              <a:rPr lang="en-ID" sz="2400" dirty="0"/>
              <a:t> </a:t>
            </a:r>
            <a:r>
              <a:rPr lang="en-ID" sz="2400" dirty="0" err="1"/>
              <a:t>bagian</a:t>
            </a:r>
            <a:r>
              <a:rPr lang="en-ID" sz="2400" dirty="0"/>
              <a:t> </a:t>
            </a:r>
            <a:r>
              <a:rPr lang="en-ID" sz="2400" dirty="0" err="1"/>
              <a:t>berharga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perjalanan</a:t>
            </a:r>
            <a:r>
              <a:rPr lang="en-ID" sz="2400" dirty="0"/>
              <a:t> </a:t>
            </a:r>
            <a:r>
              <a:rPr lang="en-ID" sz="2400" dirty="0" err="1"/>
              <a:t>hidup</a:t>
            </a:r>
            <a:r>
              <a:rPr lang="en-ID" sz="2400" dirty="0"/>
              <a:t> </a:t>
            </a:r>
            <a:r>
              <a:rPr lang="en-ID" sz="2400" dirty="0" err="1"/>
              <a:t>saya</a:t>
            </a:r>
            <a:r>
              <a:rPr lang="en-ID" sz="2400" dirty="0"/>
              <a:t>.</a:t>
            </a:r>
            <a:endParaRPr lang="en-US" sz="2400" dirty="0">
              <a:latin typeface="字魂49号-逍遥行书" panose="00000500000000000000" pitchFamily="2" charset="-122"/>
              <a:ea typeface="字魂49号-逍遥行书" panose="00000500000000000000" pitchFamily="2" charset="-122"/>
              <a:cs typeface="Clear Sans Light" panose="020B03030302020203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C9770D-5DB7-4701-B7E5-724401BB7740}"/>
              </a:ext>
            </a:extLst>
          </p:cNvPr>
          <p:cNvSpPr txBox="1"/>
          <p:nvPr/>
        </p:nvSpPr>
        <p:spPr>
          <a:xfrm>
            <a:off x="3540318" y="1826928"/>
            <a:ext cx="61900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 err="1">
                <a:latin typeface="Tempus Sans ITC" panose="04020404030D07020202" pitchFamily="82" charset="0"/>
                <a:ea typeface="字魂49号-逍遥行书" panose="00000500000000000000" pitchFamily="2" charset="-122"/>
              </a:rPr>
              <a:t>Cita-cita</a:t>
            </a:r>
            <a:r>
              <a:rPr lang="en-US" altLang="zh-CN" sz="36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 </a:t>
            </a:r>
            <a:r>
              <a:rPr lang="en-US" altLang="zh-CN" sz="3600" b="1" dirty="0" err="1">
                <a:latin typeface="Tempus Sans ITC" panose="04020404030D07020202" pitchFamily="82" charset="0"/>
                <a:ea typeface="字魂49号-逍遥行书" panose="00000500000000000000" pitchFamily="2" charset="-122"/>
              </a:rPr>
              <a:t>terpendam</a:t>
            </a:r>
            <a:r>
              <a:rPr lang="en-US" altLang="zh-CN" sz="36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 </a:t>
            </a:r>
            <a:r>
              <a:rPr lang="en-US" altLang="zh-CN" sz="3600" b="1" dirty="0" err="1">
                <a:latin typeface="Tempus Sans ITC" panose="04020404030D07020202" pitchFamily="82" charset="0"/>
                <a:ea typeface="字魂49号-逍遥行书" panose="00000500000000000000" pitchFamily="2" charset="-122"/>
              </a:rPr>
              <a:t>Bayu</a:t>
            </a:r>
            <a:r>
              <a:rPr lang="en-US" altLang="zh-CN" sz="36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 </a:t>
            </a:r>
            <a:r>
              <a:rPr lang="en-US" altLang="zh-CN" sz="3600" b="1" dirty="0" err="1">
                <a:latin typeface="Tempus Sans ITC" panose="04020404030D07020202" pitchFamily="82" charset="0"/>
                <a:ea typeface="字魂49号-逍遥行书" panose="00000500000000000000" pitchFamily="2" charset="-122"/>
              </a:rPr>
              <a:t>kecil</a:t>
            </a:r>
            <a:endParaRPr lang="zh-CN" altLang="en-US" sz="3600" b="1" dirty="0">
              <a:latin typeface="Tempus Sans ITC" panose="04020404030D07020202" pitchFamily="82" charset="0"/>
              <a:ea typeface="字魂49号-逍遥行书" panose="00000500000000000000" pitchFamily="2" charset="-122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1CC734-A652-4ABF-A9DB-0A00AE63E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286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D8CD8405-D622-4502-92FB-F9E8DCBA2ED8}"/>
              </a:ext>
            </a:extLst>
          </p:cNvPr>
          <p:cNvGrpSpPr/>
          <p:nvPr/>
        </p:nvGrpSpPr>
        <p:grpSpPr>
          <a:xfrm>
            <a:off x="157456" y="0"/>
            <a:ext cx="3425499" cy="826923"/>
            <a:chOff x="360956" y="0"/>
            <a:chExt cx="3827587" cy="92398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532DBBA-4D5B-4D07-B97A-DCCC8D47BB60}"/>
                </a:ext>
              </a:extLst>
            </p:cNvPr>
            <p:cNvSpPr/>
            <p:nvPr/>
          </p:nvSpPr>
          <p:spPr>
            <a:xfrm>
              <a:off x="360956" y="0"/>
              <a:ext cx="877163" cy="92333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zh-CN" altLang="en-US" sz="5400" dirty="0">
                  <a:latin typeface="字魂49号-逍遥行书" panose="00000500000000000000" pitchFamily="2" charset="-122"/>
                  <a:ea typeface="字魂49号-逍遥行书" panose="00000500000000000000" pitchFamily="2" charset="-122"/>
                </a:rPr>
                <a:t>叁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EC799ED0-D77F-4C86-B066-500C63F1F27A}"/>
                </a:ext>
              </a:extLst>
            </p:cNvPr>
            <p:cNvSpPr txBox="1"/>
            <p:nvPr/>
          </p:nvSpPr>
          <p:spPr>
            <a:xfrm>
              <a:off x="1268362" y="339213"/>
              <a:ext cx="29201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latin typeface="字魂49号-逍遥行书" panose="00000500000000000000" pitchFamily="2" charset="-122"/>
                  <a:ea typeface="字魂49号-逍遥行书" panose="00000500000000000000" pitchFamily="2" charset="-122"/>
                </a:rPr>
                <a:t>输入标题</a:t>
              </a: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960113A6-3437-4357-906E-F1CF641CCC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282603" y="130716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B9C0CFA-6B0B-48BE-A4B2-5341733CE3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51" t="38671" r="5679" b="41195"/>
          <a:stretch>
            <a:fillRect/>
          </a:stretch>
        </p:blipFill>
        <p:spPr>
          <a:xfrm rot="5400000">
            <a:off x="3182584" y="3216391"/>
            <a:ext cx="739317" cy="614801"/>
          </a:xfrm>
          <a:custGeom>
            <a:avLst/>
            <a:gdLst>
              <a:gd name="connsiteX0" fmla="*/ 0 w 1401097"/>
              <a:gd name="connsiteY0" fmla="*/ 0 h 1165123"/>
              <a:gd name="connsiteX1" fmla="*/ 1401097 w 1401097"/>
              <a:gd name="connsiteY1" fmla="*/ 0 h 1165123"/>
              <a:gd name="connsiteX2" fmla="*/ 1401097 w 1401097"/>
              <a:gd name="connsiteY2" fmla="*/ 1165123 h 1165123"/>
              <a:gd name="connsiteX3" fmla="*/ 0 w 1401097"/>
              <a:gd name="connsiteY3" fmla="*/ 1165123 h 1165123"/>
              <a:gd name="connsiteX4" fmla="*/ 0 w 1401097"/>
              <a:gd name="connsiteY4" fmla="*/ 0 h 116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01097" h="1165123">
                <a:moveTo>
                  <a:pt x="0" y="0"/>
                </a:moveTo>
                <a:lnTo>
                  <a:pt x="1401097" y="0"/>
                </a:lnTo>
                <a:lnTo>
                  <a:pt x="1401097" y="1165123"/>
                </a:lnTo>
                <a:lnTo>
                  <a:pt x="0" y="1165123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5D322E3-8580-4ADD-AE3A-99341AF844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51" t="38671" r="5679" b="41195"/>
          <a:stretch>
            <a:fillRect/>
          </a:stretch>
        </p:blipFill>
        <p:spPr>
          <a:xfrm rot="5400000">
            <a:off x="3182585" y="5033029"/>
            <a:ext cx="739317" cy="614801"/>
          </a:xfrm>
          <a:custGeom>
            <a:avLst/>
            <a:gdLst>
              <a:gd name="connsiteX0" fmla="*/ 0 w 1401097"/>
              <a:gd name="connsiteY0" fmla="*/ 0 h 1165123"/>
              <a:gd name="connsiteX1" fmla="*/ 1401097 w 1401097"/>
              <a:gd name="connsiteY1" fmla="*/ 0 h 1165123"/>
              <a:gd name="connsiteX2" fmla="*/ 1401097 w 1401097"/>
              <a:gd name="connsiteY2" fmla="*/ 1165123 h 1165123"/>
              <a:gd name="connsiteX3" fmla="*/ 0 w 1401097"/>
              <a:gd name="connsiteY3" fmla="*/ 1165123 h 1165123"/>
              <a:gd name="connsiteX4" fmla="*/ 0 w 1401097"/>
              <a:gd name="connsiteY4" fmla="*/ 0 h 116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01097" h="1165123">
                <a:moveTo>
                  <a:pt x="0" y="0"/>
                </a:moveTo>
                <a:lnTo>
                  <a:pt x="1401097" y="0"/>
                </a:lnTo>
                <a:lnTo>
                  <a:pt x="1401097" y="1165123"/>
                </a:lnTo>
                <a:lnTo>
                  <a:pt x="0" y="1165123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1" name="TextBox 22">
            <a:extLst>
              <a:ext uri="{FF2B5EF4-FFF2-40B4-BE49-F238E27FC236}">
                <a16:creationId xmlns:a16="http://schemas.microsoft.com/office/drawing/2014/main" id="{F652C4E0-C399-4274-8A49-27785C82B271}"/>
              </a:ext>
            </a:extLst>
          </p:cNvPr>
          <p:cNvSpPr txBox="1"/>
          <p:nvPr/>
        </p:nvSpPr>
        <p:spPr>
          <a:xfrm>
            <a:off x="3963080" y="2879857"/>
            <a:ext cx="7962902" cy="15569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ID" sz="2400" b="0" u="none" strike="noStrike" dirty="0">
                <a:effectLst/>
              </a:rPr>
              <a:t>Saya </a:t>
            </a:r>
            <a:r>
              <a:rPr lang="en-ID" sz="2400" b="0" u="none" strike="noStrike" dirty="0" err="1">
                <a:effectLst/>
              </a:rPr>
              <a:t>berterima</a:t>
            </a:r>
            <a:r>
              <a:rPr lang="en-ID" sz="2400" b="0" u="none" strike="noStrike" dirty="0">
                <a:effectLst/>
              </a:rPr>
              <a:t> </a:t>
            </a:r>
            <a:r>
              <a:rPr lang="en-ID" sz="2400" b="0" u="none" strike="noStrike" dirty="0" err="1">
                <a:effectLst/>
              </a:rPr>
              <a:t>kasih</a:t>
            </a:r>
            <a:r>
              <a:rPr lang="en-ID" sz="2400" b="0" u="none" strike="noStrike" dirty="0">
                <a:effectLst/>
              </a:rPr>
              <a:t> </a:t>
            </a:r>
            <a:r>
              <a:rPr lang="en-ID" sz="2400" b="0" u="none" strike="noStrike" dirty="0" err="1">
                <a:effectLst/>
              </a:rPr>
              <a:t>atas</a:t>
            </a:r>
            <a:r>
              <a:rPr lang="en-ID" sz="2400" b="0" u="none" strike="noStrike" dirty="0">
                <a:effectLst/>
              </a:rPr>
              <a:t> </a:t>
            </a:r>
            <a:r>
              <a:rPr lang="en-ID" sz="2400" b="0" u="none" strike="noStrike" dirty="0" err="1">
                <a:effectLst/>
              </a:rPr>
              <a:t>dedikasi</a:t>
            </a:r>
            <a:r>
              <a:rPr lang="en-ID" sz="2400" b="0" u="none" strike="noStrike" dirty="0">
                <a:effectLst/>
              </a:rPr>
              <a:t> </a:t>
            </a:r>
            <a:r>
              <a:rPr lang="en-ID" sz="2400" b="0" u="none" strike="noStrike" dirty="0" err="1">
                <a:effectLst/>
              </a:rPr>
              <a:t>Instruktur</a:t>
            </a:r>
            <a:r>
              <a:rPr lang="en-ID" sz="2400" b="0" u="none" strike="noStrike" dirty="0">
                <a:effectLst/>
              </a:rPr>
              <a:t> </a:t>
            </a:r>
            <a:r>
              <a:rPr lang="en-ID" sz="2400" b="0" u="none" strike="noStrike" dirty="0" err="1">
                <a:effectLst/>
              </a:rPr>
              <a:t>selama</a:t>
            </a:r>
            <a:r>
              <a:rPr lang="en-ID" sz="2400" b="0" u="none" strike="noStrike" dirty="0">
                <a:effectLst/>
              </a:rPr>
              <a:t> </a:t>
            </a:r>
            <a:r>
              <a:rPr lang="en-ID" sz="2400" b="0" u="none" strike="noStrike" dirty="0" err="1">
                <a:effectLst/>
              </a:rPr>
              <a:t>pelatihan</a:t>
            </a:r>
            <a:r>
              <a:rPr lang="en-ID" sz="2400" b="0" u="none" strike="noStrike" dirty="0">
                <a:effectLst/>
              </a:rPr>
              <a:t>. </a:t>
            </a:r>
            <a:r>
              <a:rPr lang="en-ID" sz="2400" b="0" u="none" strike="noStrike" dirty="0" err="1">
                <a:effectLst/>
              </a:rPr>
              <a:t>Materi</a:t>
            </a:r>
            <a:r>
              <a:rPr lang="en-ID" sz="2400" b="0" u="none" strike="noStrike" dirty="0">
                <a:effectLst/>
              </a:rPr>
              <a:t> yang </a:t>
            </a:r>
            <a:r>
              <a:rPr lang="en-ID" sz="2400" b="0" u="none" strike="noStrike" dirty="0" err="1">
                <a:effectLst/>
              </a:rPr>
              <a:t>rumit</a:t>
            </a:r>
            <a:r>
              <a:rPr lang="en-ID" sz="2400" b="0" u="none" strike="noStrike" dirty="0">
                <a:effectLst/>
              </a:rPr>
              <a:t> </a:t>
            </a:r>
            <a:r>
              <a:rPr lang="en-ID" sz="2400" b="0" u="none" strike="noStrike" dirty="0" err="1">
                <a:effectLst/>
              </a:rPr>
              <a:t>bisa</a:t>
            </a:r>
            <a:r>
              <a:rPr lang="en-ID" sz="2400" b="0" u="none" strike="noStrike" dirty="0">
                <a:effectLst/>
              </a:rPr>
              <a:t> </a:t>
            </a:r>
            <a:r>
              <a:rPr lang="en-ID" sz="2400" b="0" u="none" strike="noStrike" dirty="0" err="1">
                <a:effectLst/>
              </a:rPr>
              <a:t>disampaikan</a:t>
            </a:r>
            <a:r>
              <a:rPr lang="en-ID" sz="2400" b="0" u="none" strike="noStrike" dirty="0">
                <a:effectLst/>
              </a:rPr>
              <a:t> </a:t>
            </a:r>
            <a:r>
              <a:rPr lang="en-ID" sz="2400" b="0" u="none" strike="noStrike" dirty="0" err="1">
                <a:effectLst/>
              </a:rPr>
              <a:t>dengan</a:t>
            </a:r>
            <a:r>
              <a:rPr lang="en-ID" sz="2400" b="0" u="none" strike="noStrike" dirty="0">
                <a:effectLst/>
              </a:rPr>
              <a:t> sangat </a:t>
            </a:r>
            <a:r>
              <a:rPr lang="en-ID" sz="2400" b="0" u="none" strike="noStrike" dirty="0" err="1">
                <a:effectLst/>
              </a:rPr>
              <a:t>jelas</a:t>
            </a:r>
            <a:r>
              <a:rPr lang="en-ID" sz="2400" b="0" u="none" strike="noStrike" dirty="0">
                <a:effectLst/>
              </a:rPr>
              <a:t>, </a:t>
            </a:r>
            <a:r>
              <a:rPr lang="en-ID" sz="2400" b="0" u="none" strike="noStrike" dirty="0" err="1">
                <a:effectLst/>
              </a:rPr>
              <a:t>sabar</a:t>
            </a:r>
            <a:r>
              <a:rPr lang="en-ID" sz="2400" b="0" u="none" strike="noStrike" dirty="0">
                <a:effectLst/>
              </a:rPr>
              <a:t>, dan </a:t>
            </a:r>
            <a:r>
              <a:rPr lang="en-ID" sz="2400" b="0" u="none" strike="noStrike" dirty="0" err="1">
                <a:effectLst/>
              </a:rPr>
              <a:t>penuh</a:t>
            </a:r>
            <a:r>
              <a:rPr lang="en-ID" sz="2400" b="0" u="none" strike="noStrike" dirty="0">
                <a:effectLst/>
              </a:rPr>
              <a:t> </a:t>
            </a:r>
            <a:r>
              <a:rPr lang="en-ID" sz="2400" b="0" u="none" strike="noStrike" dirty="0" err="1">
                <a:effectLst/>
              </a:rPr>
              <a:t>pendekatan</a:t>
            </a:r>
            <a:r>
              <a:rPr lang="en-ID" sz="2400" b="0" u="none" strike="noStrike" dirty="0">
                <a:effectLst/>
              </a:rPr>
              <a:t> personal. </a:t>
            </a:r>
            <a:r>
              <a:rPr lang="en-ID" sz="2400" b="0" u="none" strike="noStrike" dirty="0" err="1">
                <a:effectLst/>
              </a:rPr>
              <a:t>Suasana</a:t>
            </a:r>
            <a:r>
              <a:rPr lang="en-ID" sz="2400" b="0" u="none" strike="noStrike" dirty="0">
                <a:effectLst/>
              </a:rPr>
              <a:t> </a:t>
            </a:r>
            <a:r>
              <a:rPr lang="en-ID" sz="2400" b="0" u="none" strike="noStrike" dirty="0" err="1">
                <a:effectLst/>
              </a:rPr>
              <a:t>kelas</a:t>
            </a:r>
            <a:r>
              <a:rPr lang="en-ID" sz="2400" b="0" u="none" strike="noStrike" dirty="0">
                <a:effectLst/>
              </a:rPr>
              <a:t> yang </a:t>
            </a:r>
            <a:r>
              <a:rPr lang="en-ID" sz="2400" b="0" u="none" strike="noStrike" dirty="0" err="1">
                <a:effectLst/>
              </a:rPr>
              <a:t>dibangun</a:t>
            </a:r>
            <a:r>
              <a:rPr lang="en-ID" sz="2400" b="0" u="none" strike="noStrike" dirty="0">
                <a:effectLst/>
              </a:rPr>
              <a:t> juga </a:t>
            </a:r>
            <a:r>
              <a:rPr lang="en-ID" sz="2400" b="0" u="none" strike="noStrike" dirty="0" err="1">
                <a:effectLst/>
              </a:rPr>
              <a:t>interaktif</a:t>
            </a:r>
            <a:r>
              <a:rPr lang="en-ID" sz="2400" b="0" u="none" strike="noStrike" dirty="0">
                <a:effectLst/>
              </a:rPr>
              <a:t>, </a:t>
            </a:r>
            <a:r>
              <a:rPr lang="en-ID" sz="2400" b="0" u="none" strike="noStrike" dirty="0" err="1">
                <a:effectLst/>
              </a:rPr>
              <a:t>tidak</a:t>
            </a:r>
            <a:r>
              <a:rPr lang="en-ID" sz="2400" b="0" u="none" strike="noStrike" dirty="0">
                <a:effectLst/>
              </a:rPr>
              <a:t> </a:t>
            </a:r>
            <a:r>
              <a:rPr lang="en-ID" sz="2400" b="0" u="none" strike="noStrike" dirty="0" err="1">
                <a:effectLst/>
              </a:rPr>
              <a:t>kaku</a:t>
            </a:r>
            <a:r>
              <a:rPr lang="en-ID" sz="2400" b="0" u="none" strike="noStrike" dirty="0">
                <a:effectLst/>
              </a:rPr>
              <a:t>, dan </a:t>
            </a:r>
            <a:r>
              <a:rPr lang="en-ID" sz="2400" b="0" u="none" strike="noStrike" dirty="0" err="1">
                <a:effectLst/>
              </a:rPr>
              <a:t>membuat</a:t>
            </a:r>
            <a:r>
              <a:rPr lang="en-ID" sz="2400" b="0" u="none" strike="noStrike" dirty="0">
                <a:effectLst/>
              </a:rPr>
              <a:t> </a:t>
            </a:r>
            <a:r>
              <a:rPr lang="en-ID" sz="2400" b="0" u="none" strike="noStrike" dirty="0" err="1">
                <a:effectLst/>
              </a:rPr>
              <a:t>saya</a:t>
            </a:r>
            <a:r>
              <a:rPr lang="en-ID" sz="2400" b="0" u="none" strike="noStrike" dirty="0">
                <a:effectLst/>
              </a:rPr>
              <a:t> </a:t>
            </a:r>
            <a:r>
              <a:rPr lang="en-ID" sz="2400" b="0" u="none" strike="noStrike" dirty="0" err="1">
                <a:effectLst/>
              </a:rPr>
              <a:t>lebih</a:t>
            </a:r>
            <a:r>
              <a:rPr lang="en-ID" sz="2400" b="0" u="none" strike="noStrike" dirty="0">
                <a:effectLst/>
              </a:rPr>
              <a:t> </a:t>
            </a:r>
            <a:r>
              <a:rPr lang="en-ID" sz="2400" b="0" u="none" strike="noStrike" dirty="0" err="1">
                <a:effectLst/>
              </a:rPr>
              <a:t>bersemangat</a:t>
            </a:r>
            <a:r>
              <a:rPr lang="en-ID" sz="2400" b="0" u="none" strike="noStrike" dirty="0">
                <a:effectLst/>
              </a:rPr>
              <a:t> </a:t>
            </a:r>
            <a:r>
              <a:rPr lang="en-ID" sz="2400" b="0" u="none" strike="noStrike" dirty="0" err="1">
                <a:effectLst/>
              </a:rPr>
              <a:t>untuk</a:t>
            </a:r>
            <a:r>
              <a:rPr lang="en-ID" sz="2400" b="0" u="none" strike="noStrike" dirty="0">
                <a:effectLst/>
              </a:rPr>
              <a:t> </a:t>
            </a:r>
            <a:r>
              <a:rPr lang="en-ID" sz="2400" b="0" u="none" strike="noStrike" dirty="0" err="1">
                <a:effectLst/>
              </a:rPr>
              <a:t>mempraktikkan</a:t>
            </a:r>
            <a:r>
              <a:rPr lang="en-ID" sz="2400" b="0" u="none" strike="noStrike" dirty="0">
                <a:effectLst/>
              </a:rPr>
              <a:t> </a:t>
            </a:r>
            <a:r>
              <a:rPr lang="en-ID" sz="2400" b="0" u="none" strike="noStrike" dirty="0" err="1">
                <a:effectLst/>
              </a:rPr>
              <a:t>keterampilan</a:t>
            </a:r>
            <a:r>
              <a:rPr lang="en-ID" sz="2400" b="0" u="none" strike="noStrike" dirty="0">
                <a:effectLst/>
              </a:rPr>
              <a:t> </a:t>
            </a:r>
            <a:r>
              <a:rPr lang="en-ID" sz="2400" b="0" u="none" strike="noStrike" dirty="0" err="1">
                <a:effectLst/>
              </a:rPr>
              <a:t>baru</a:t>
            </a:r>
            <a:r>
              <a:rPr lang="en-ID" sz="2400" b="0" u="none" strike="noStrike" dirty="0">
                <a:effectLst/>
              </a:rPr>
              <a:t>.</a:t>
            </a:r>
            <a:r>
              <a:rPr lang="en-ID" sz="2400" dirty="0"/>
              <a:t> </a:t>
            </a:r>
            <a:endParaRPr lang="en-US" sz="2400" dirty="0">
              <a:ea typeface="字魂49号-逍遥行书" panose="00000500000000000000" pitchFamily="2" charset="-122"/>
              <a:cs typeface="Clear Sans Light" panose="020B03030302020203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60611F9-FED4-478C-AF69-2FDF84E903E3}"/>
              </a:ext>
            </a:extLst>
          </p:cNvPr>
          <p:cNvSpPr txBox="1"/>
          <p:nvPr/>
        </p:nvSpPr>
        <p:spPr>
          <a:xfrm>
            <a:off x="3859644" y="2320730"/>
            <a:ext cx="2845921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latin typeface="字魂49号-逍遥行书" panose="00000500000000000000" pitchFamily="2" charset="-122"/>
                <a:ea typeface="字魂49号-逍遥行书" panose="00000500000000000000" pitchFamily="2" charset="-122"/>
              </a:rPr>
              <a:t>Kesan</a:t>
            </a:r>
            <a:endParaRPr lang="zh-CN" altLang="en-US" sz="3200" dirty="0">
              <a:latin typeface="字魂49号-逍遥行书" panose="00000500000000000000" pitchFamily="2" charset="-122"/>
              <a:ea typeface="字魂49号-逍遥行书" panose="00000500000000000000" pitchFamily="2" charset="-122"/>
            </a:endParaRPr>
          </a:p>
        </p:txBody>
      </p:sp>
      <p:sp>
        <p:nvSpPr>
          <p:cNvPr id="13" name="TextBox 22">
            <a:extLst>
              <a:ext uri="{FF2B5EF4-FFF2-40B4-BE49-F238E27FC236}">
                <a16:creationId xmlns:a16="http://schemas.microsoft.com/office/drawing/2014/main" id="{0E6DA6D2-87CA-40CF-9856-902A11D7D0ED}"/>
              </a:ext>
            </a:extLst>
          </p:cNvPr>
          <p:cNvSpPr txBox="1"/>
          <p:nvPr/>
        </p:nvSpPr>
        <p:spPr>
          <a:xfrm>
            <a:off x="3963080" y="4995949"/>
            <a:ext cx="7414399" cy="7856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ID" sz="2400" dirty="0" err="1"/>
              <a:t>Semoga</a:t>
            </a:r>
            <a:r>
              <a:rPr lang="en-ID" sz="2400" dirty="0"/>
              <a:t> Bapak/Ibu </a:t>
            </a:r>
            <a:r>
              <a:rPr lang="en-ID" sz="2400" dirty="0" err="1"/>
              <a:t>instruktur</a:t>
            </a:r>
            <a:r>
              <a:rPr lang="en-ID" sz="2400" dirty="0"/>
              <a:t> </a:t>
            </a:r>
            <a:r>
              <a:rPr lang="en-ID" sz="2400" dirty="0" err="1"/>
              <a:t>terus</a:t>
            </a:r>
            <a:r>
              <a:rPr lang="en-ID" sz="2400" dirty="0"/>
              <a:t> </a:t>
            </a:r>
            <a:r>
              <a:rPr lang="en-ID" sz="2400" dirty="0" err="1"/>
              <a:t>menjadi</a:t>
            </a:r>
            <a:r>
              <a:rPr lang="en-ID" sz="2400" dirty="0"/>
              <a:t> </a:t>
            </a:r>
            <a:r>
              <a:rPr lang="en-ID" sz="2400" dirty="0" err="1"/>
              <a:t>inspirasi</a:t>
            </a:r>
            <a:r>
              <a:rPr lang="en-ID" sz="2400" dirty="0"/>
              <a:t> </a:t>
            </a:r>
            <a:r>
              <a:rPr lang="en-ID" sz="2400" dirty="0" err="1"/>
              <a:t>bagi</a:t>
            </a:r>
            <a:r>
              <a:rPr lang="en-ID" sz="2400" dirty="0"/>
              <a:t> </a:t>
            </a:r>
            <a:r>
              <a:rPr lang="en-ID" sz="2400" dirty="0" err="1"/>
              <a:t>peserta</a:t>
            </a:r>
            <a:r>
              <a:rPr lang="en-ID" sz="2400" dirty="0"/>
              <a:t> </a:t>
            </a:r>
            <a:r>
              <a:rPr lang="en-ID" sz="2400" dirty="0" err="1"/>
              <a:t>pelatihan</a:t>
            </a:r>
            <a:r>
              <a:rPr lang="en-ID" sz="2400" dirty="0"/>
              <a:t> dan </a:t>
            </a:r>
            <a:r>
              <a:rPr lang="en-ID" sz="2400" dirty="0" err="1"/>
              <a:t>selalu</a:t>
            </a:r>
            <a:r>
              <a:rPr lang="en-ID" sz="2400" dirty="0"/>
              <a:t> </a:t>
            </a:r>
            <a:r>
              <a:rPr lang="en-ID" sz="2400" dirty="0" err="1"/>
              <a:t>sukses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menjalankan</a:t>
            </a:r>
            <a:r>
              <a:rPr lang="en-ID" sz="2400" dirty="0"/>
              <a:t> </a:t>
            </a:r>
            <a:r>
              <a:rPr lang="en-ID" sz="2400" dirty="0" err="1"/>
              <a:t>tugasnya</a:t>
            </a:r>
            <a:r>
              <a:rPr lang="en-ID" sz="2400" dirty="0"/>
              <a:t>.</a:t>
            </a:r>
            <a:endParaRPr lang="en-US" sz="2400" dirty="0">
              <a:latin typeface="字魂49号-逍遥行书" panose="00000500000000000000" pitchFamily="2" charset="-122"/>
              <a:ea typeface="字魂49号-逍遥行书" panose="00000500000000000000" pitchFamily="2" charset="-122"/>
              <a:cs typeface="Clear Sans Light" panose="020B03030302020203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369642-95B5-4F98-A7B0-158E25A90E4B}"/>
              </a:ext>
            </a:extLst>
          </p:cNvPr>
          <p:cNvSpPr txBox="1"/>
          <p:nvPr/>
        </p:nvSpPr>
        <p:spPr>
          <a:xfrm>
            <a:off x="3859644" y="4414871"/>
            <a:ext cx="2845921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latin typeface="字魂49号-逍遥行书" panose="00000500000000000000" pitchFamily="2" charset="-122"/>
                <a:ea typeface="字魂49号-逍遥行书" panose="00000500000000000000" pitchFamily="2" charset="-122"/>
              </a:rPr>
              <a:t>Pesan</a:t>
            </a:r>
            <a:endParaRPr lang="zh-CN" altLang="en-US" sz="3200" dirty="0">
              <a:latin typeface="字魂49号-逍遥行书" panose="00000500000000000000" pitchFamily="2" charset="-122"/>
              <a:ea typeface="字魂49号-逍遥行书" panose="00000500000000000000" pitchFamily="2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62CFB8EF-C922-46BE-9CCD-65A46D0D70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77" t="1935" r="46160" b="57634"/>
          <a:stretch>
            <a:fillRect/>
          </a:stretch>
        </p:blipFill>
        <p:spPr>
          <a:xfrm flipH="1">
            <a:off x="-368709" y="1094739"/>
            <a:ext cx="3510115" cy="5365054"/>
          </a:xfrm>
          <a:custGeom>
            <a:avLst/>
            <a:gdLst>
              <a:gd name="connsiteX0" fmla="*/ 0 w 1814051"/>
              <a:gd name="connsiteY0" fmla="*/ 0 h 2772696"/>
              <a:gd name="connsiteX1" fmla="*/ 1814051 w 1814051"/>
              <a:gd name="connsiteY1" fmla="*/ 0 h 2772696"/>
              <a:gd name="connsiteX2" fmla="*/ 1814051 w 1814051"/>
              <a:gd name="connsiteY2" fmla="*/ 2772696 h 2772696"/>
              <a:gd name="connsiteX3" fmla="*/ 0 w 1814051"/>
              <a:gd name="connsiteY3" fmla="*/ 2772696 h 2772696"/>
              <a:gd name="connsiteX4" fmla="*/ 0 w 1814051"/>
              <a:gd name="connsiteY4" fmla="*/ 0 h 2772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14051" h="2772696">
                <a:moveTo>
                  <a:pt x="0" y="0"/>
                </a:moveTo>
                <a:lnTo>
                  <a:pt x="1814051" y="0"/>
                </a:lnTo>
                <a:lnTo>
                  <a:pt x="1814051" y="2772696"/>
                </a:lnTo>
                <a:lnTo>
                  <a:pt x="0" y="2772696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2C24C525-3DF6-41C0-8C13-C2D1C31482BE}"/>
              </a:ext>
            </a:extLst>
          </p:cNvPr>
          <p:cNvGrpSpPr/>
          <p:nvPr/>
        </p:nvGrpSpPr>
        <p:grpSpPr>
          <a:xfrm>
            <a:off x="7354868" y="-291347"/>
            <a:ext cx="3227404" cy="2315701"/>
            <a:chOff x="126337" y="-331687"/>
            <a:chExt cx="11703352" cy="6921610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C401179C-6A19-4B9A-AC9D-48183EBC52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37" y="-331687"/>
              <a:ext cx="11703352" cy="3657298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FE2952FF-0A13-4F79-809E-C283E47673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2816942" y="2932625"/>
              <a:ext cx="8353986" cy="3657298"/>
            </a:xfrm>
            <a:prstGeom prst="rect">
              <a:avLst/>
            </a:prstGeom>
          </p:spPr>
        </p:pic>
      </p:grpSp>
      <p:pic>
        <p:nvPicPr>
          <p:cNvPr id="21" name="图片 21">
            <a:extLst>
              <a:ext uri="{FF2B5EF4-FFF2-40B4-BE49-F238E27FC236}">
                <a16:creationId xmlns:a16="http://schemas.microsoft.com/office/drawing/2014/main" id="{F7D1B3A2-AA9C-4635-BD84-651DB5A0B1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03" t="215" r="52108" b="67312"/>
          <a:stretch>
            <a:fillRect/>
          </a:stretch>
        </p:blipFill>
        <p:spPr>
          <a:xfrm rot="16200000">
            <a:off x="6731937" y="-2307703"/>
            <a:ext cx="1245862" cy="8132638"/>
          </a:xfrm>
          <a:custGeom>
            <a:avLst/>
            <a:gdLst>
              <a:gd name="connsiteX0" fmla="*/ 83573 w 2020529"/>
              <a:gd name="connsiteY0" fmla="*/ 762001 h 3569109"/>
              <a:gd name="connsiteX1" fmla="*/ 83573 w 2020529"/>
              <a:gd name="connsiteY1" fmla="*/ 2546555 h 3569109"/>
              <a:gd name="connsiteX2" fmla="*/ 614515 w 2020529"/>
              <a:gd name="connsiteY2" fmla="*/ 2546555 h 3569109"/>
              <a:gd name="connsiteX3" fmla="*/ 614515 w 2020529"/>
              <a:gd name="connsiteY3" fmla="*/ 762001 h 3569109"/>
              <a:gd name="connsiteX4" fmla="*/ 0 w 2020529"/>
              <a:gd name="connsiteY4" fmla="*/ 0 h 3569109"/>
              <a:gd name="connsiteX5" fmla="*/ 2020529 w 2020529"/>
              <a:gd name="connsiteY5" fmla="*/ 0 h 3569109"/>
              <a:gd name="connsiteX6" fmla="*/ 2020529 w 2020529"/>
              <a:gd name="connsiteY6" fmla="*/ 3569109 h 3569109"/>
              <a:gd name="connsiteX7" fmla="*/ 0 w 2020529"/>
              <a:gd name="connsiteY7" fmla="*/ 3569109 h 356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20529" h="3569109">
                <a:moveTo>
                  <a:pt x="83573" y="762001"/>
                </a:moveTo>
                <a:lnTo>
                  <a:pt x="83573" y="2546555"/>
                </a:lnTo>
                <a:lnTo>
                  <a:pt x="614515" y="2546555"/>
                </a:lnTo>
                <a:lnTo>
                  <a:pt x="614515" y="762001"/>
                </a:lnTo>
                <a:close/>
                <a:moveTo>
                  <a:pt x="0" y="0"/>
                </a:moveTo>
                <a:lnTo>
                  <a:pt x="2020529" y="0"/>
                </a:lnTo>
                <a:lnTo>
                  <a:pt x="2020529" y="3569109"/>
                </a:lnTo>
                <a:lnTo>
                  <a:pt x="0" y="3569109"/>
                </a:lnTo>
                <a:close/>
              </a:path>
            </a:pathLst>
          </a:cu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DF973C6-54CE-4116-91CB-4CC7ACA4072A}"/>
              </a:ext>
            </a:extLst>
          </p:cNvPr>
          <p:cNvSpPr txBox="1"/>
          <p:nvPr/>
        </p:nvSpPr>
        <p:spPr>
          <a:xfrm>
            <a:off x="4225171" y="1378023"/>
            <a:ext cx="62822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 err="1">
                <a:latin typeface="Tempus Sans ITC" panose="04020404030D07020202" pitchFamily="82" charset="0"/>
                <a:ea typeface="字魂49号-逍遥行书" panose="00000500000000000000" pitchFamily="2" charset="-122"/>
              </a:rPr>
              <a:t>Kesan</a:t>
            </a:r>
            <a:r>
              <a:rPr lang="en-US" altLang="zh-CN" sz="36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 </a:t>
            </a:r>
            <a:r>
              <a:rPr lang="en-US" altLang="zh-CN" sz="3600" b="1" dirty="0" err="1">
                <a:latin typeface="Tempus Sans ITC" panose="04020404030D07020202" pitchFamily="82" charset="0"/>
                <a:ea typeface="字魂49号-逍遥行书" panose="00000500000000000000" pitchFamily="2" charset="-122"/>
              </a:rPr>
              <a:t>Pesan</a:t>
            </a:r>
            <a:r>
              <a:rPr lang="en-US" altLang="zh-CN" sz="36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 </a:t>
            </a:r>
            <a:r>
              <a:rPr lang="en-US" altLang="zh-CN" sz="3600" b="1" dirty="0" err="1">
                <a:latin typeface="Tempus Sans ITC" panose="04020404030D07020202" pitchFamily="82" charset="0"/>
                <a:ea typeface="字魂49号-逍遥行书" panose="00000500000000000000" pitchFamily="2" charset="-122"/>
              </a:rPr>
              <a:t>Dengan</a:t>
            </a:r>
            <a:r>
              <a:rPr lang="en-US" altLang="zh-CN" sz="36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 </a:t>
            </a:r>
            <a:r>
              <a:rPr lang="en-US" altLang="zh-CN" sz="3600" b="1" dirty="0" err="1">
                <a:latin typeface="Tempus Sans ITC" panose="04020404030D07020202" pitchFamily="82" charset="0"/>
                <a:ea typeface="字魂49号-逍遥行书" panose="00000500000000000000" pitchFamily="2" charset="-122"/>
              </a:rPr>
              <a:t>Instruktur</a:t>
            </a:r>
            <a:endParaRPr lang="zh-CN" altLang="en-US" sz="3600" b="1" dirty="0">
              <a:latin typeface="Tempus Sans ITC" panose="04020404030D07020202" pitchFamily="82" charset="0"/>
              <a:ea typeface="字魂49号-逍遥行书" panose="00000500000000000000" pitchFamily="2" charset="-122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839395-F9E1-4395-984F-33782D9BD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7513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6CD2E07-1B67-4619-BBCA-AC75CE484514}"/>
              </a:ext>
            </a:extLst>
          </p:cNvPr>
          <p:cNvSpPr/>
          <p:nvPr/>
        </p:nvSpPr>
        <p:spPr>
          <a:xfrm>
            <a:off x="160398" y="-86626"/>
            <a:ext cx="877163" cy="92333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zh-CN" altLang="en-US" sz="5400" dirty="0">
                <a:latin typeface="字魂49号-逍遥行书" panose="00000500000000000000" pitchFamily="2" charset="-122"/>
                <a:ea typeface="字魂49号-逍遥行书" panose="00000500000000000000" pitchFamily="2" charset="-122"/>
              </a:rPr>
              <a:t>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48067C4-7F21-4BB1-87A2-00A5F7C55D12}"/>
              </a:ext>
            </a:extLst>
          </p:cNvPr>
          <p:cNvSpPr txBox="1"/>
          <p:nvPr/>
        </p:nvSpPr>
        <p:spPr>
          <a:xfrm>
            <a:off x="1047672" y="192257"/>
            <a:ext cx="29201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字魂49号-逍遥行书" panose="00000500000000000000" pitchFamily="2" charset="-122"/>
                <a:ea typeface="字魂49号-逍遥行书" panose="00000500000000000000" pitchFamily="2" charset="-122"/>
              </a:rPr>
              <a:t>输入标题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73DC8F8-85CE-4A78-9AE4-BA03299E00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3DB731D-5FFF-450A-8200-19120D8251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0" t="32688" r="56421" b="36344"/>
          <a:stretch>
            <a:fillRect/>
          </a:stretch>
        </p:blipFill>
        <p:spPr>
          <a:xfrm flipH="1">
            <a:off x="-442451" y="4088993"/>
            <a:ext cx="2920182" cy="3259739"/>
          </a:xfrm>
          <a:custGeom>
            <a:avLst/>
            <a:gdLst>
              <a:gd name="connsiteX0" fmla="*/ 0 w 1902542"/>
              <a:gd name="connsiteY0" fmla="*/ 0 h 2123768"/>
              <a:gd name="connsiteX1" fmla="*/ 1902542 w 1902542"/>
              <a:gd name="connsiteY1" fmla="*/ 0 h 2123768"/>
              <a:gd name="connsiteX2" fmla="*/ 1902542 w 1902542"/>
              <a:gd name="connsiteY2" fmla="*/ 2123768 h 2123768"/>
              <a:gd name="connsiteX3" fmla="*/ 0 w 1902542"/>
              <a:gd name="connsiteY3" fmla="*/ 2123768 h 2123768"/>
              <a:gd name="connsiteX4" fmla="*/ 0 w 1902542"/>
              <a:gd name="connsiteY4" fmla="*/ 0 h 2123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2542" h="2123768">
                <a:moveTo>
                  <a:pt x="0" y="0"/>
                </a:moveTo>
                <a:lnTo>
                  <a:pt x="1902542" y="0"/>
                </a:lnTo>
                <a:lnTo>
                  <a:pt x="1902542" y="2123768"/>
                </a:lnTo>
                <a:lnTo>
                  <a:pt x="0" y="212376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D0D6005-F268-44F5-8278-25743A5ACE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03" t="215" r="52108" b="67312"/>
          <a:stretch>
            <a:fillRect/>
          </a:stretch>
        </p:blipFill>
        <p:spPr>
          <a:xfrm rot="5400000">
            <a:off x="1913842" y="1615881"/>
            <a:ext cx="2959712" cy="5228105"/>
          </a:xfrm>
          <a:custGeom>
            <a:avLst/>
            <a:gdLst>
              <a:gd name="connsiteX0" fmla="*/ 0 w 2020529"/>
              <a:gd name="connsiteY0" fmla="*/ 0 h 2227006"/>
              <a:gd name="connsiteX1" fmla="*/ 2020529 w 2020529"/>
              <a:gd name="connsiteY1" fmla="*/ 0 h 2227006"/>
              <a:gd name="connsiteX2" fmla="*/ 2020529 w 2020529"/>
              <a:gd name="connsiteY2" fmla="*/ 2227006 h 2227006"/>
              <a:gd name="connsiteX3" fmla="*/ 0 w 2020529"/>
              <a:gd name="connsiteY3" fmla="*/ 2227006 h 2227006"/>
              <a:gd name="connsiteX4" fmla="*/ 0 w 2020529"/>
              <a:gd name="connsiteY4" fmla="*/ 0 h 2227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0529" h="2227006">
                <a:moveTo>
                  <a:pt x="0" y="0"/>
                </a:moveTo>
                <a:lnTo>
                  <a:pt x="2020529" y="0"/>
                </a:lnTo>
                <a:lnTo>
                  <a:pt x="2020529" y="2227006"/>
                </a:lnTo>
                <a:lnTo>
                  <a:pt x="0" y="2227006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AD59C1F-F3F7-41E3-B017-67D60FFEA4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03" t="215" r="52108" b="67312"/>
          <a:stretch>
            <a:fillRect/>
          </a:stretch>
        </p:blipFill>
        <p:spPr>
          <a:xfrm rot="5400000">
            <a:off x="7413024" y="1463298"/>
            <a:ext cx="2959713" cy="5593765"/>
          </a:xfrm>
          <a:custGeom>
            <a:avLst/>
            <a:gdLst>
              <a:gd name="connsiteX0" fmla="*/ 0 w 2020529"/>
              <a:gd name="connsiteY0" fmla="*/ 0 h 2227006"/>
              <a:gd name="connsiteX1" fmla="*/ 2020529 w 2020529"/>
              <a:gd name="connsiteY1" fmla="*/ 0 h 2227006"/>
              <a:gd name="connsiteX2" fmla="*/ 2020529 w 2020529"/>
              <a:gd name="connsiteY2" fmla="*/ 2227006 h 2227006"/>
              <a:gd name="connsiteX3" fmla="*/ 0 w 2020529"/>
              <a:gd name="connsiteY3" fmla="*/ 2227006 h 2227006"/>
              <a:gd name="connsiteX4" fmla="*/ 0 w 2020529"/>
              <a:gd name="connsiteY4" fmla="*/ 0 h 2227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0529" h="2227006">
                <a:moveTo>
                  <a:pt x="0" y="0"/>
                </a:moveTo>
                <a:lnTo>
                  <a:pt x="2020529" y="0"/>
                </a:lnTo>
                <a:lnTo>
                  <a:pt x="2020529" y="2227006"/>
                </a:lnTo>
                <a:lnTo>
                  <a:pt x="0" y="2227006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D47896B-B702-4390-A341-595CFF5C61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03" t="8086" r="9427" b="71779"/>
          <a:stretch>
            <a:fillRect/>
          </a:stretch>
        </p:blipFill>
        <p:spPr>
          <a:xfrm rot="10800000">
            <a:off x="2877952" y="2317404"/>
            <a:ext cx="890767" cy="740743"/>
          </a:xfrm>
          <a:custGeom>
            <a:avLst/>
            <a:gdLst>
              <a:gd name="connsiteX0" fmla="*/ 0 w 1401097"/>
              <a:gd name="connsiteY0" fmla="*/ 0 h 1165123"/>
              <a:gd name="connsiteX1" fmla="*/ 1401097 w 1401097"/>
              <a:gd name="connsiteY1" fmla="*/ 0 h 1165123"/>
              <a:gd name="connsiteX2" fmla="*/ 1401097 w 1401097"/>
              <a:gd name="connsiteY2" fmla="*/ 1165123 h 1165123"/>
              <a:gd name="connsiteX3" fmla="*/ 0 w 1401097"/>
              <a:gd name="connsiteY3" fmla="*/ 1165123 h 1165123"/>
              <a:gd name="connsiteX4" fmla="*/ 0 w 1401097"/>
              <a:gd name="connsiteY4" fmla="*/ 0 h 116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01097" h="1165123">
                <a:moveTo>
                  <a:pt x="0" y="0"/>
                </a:moveTo>
                <a:lnTo>
                  <a:pt x="1401097" y="0"/>
                </a:lnTo>
                <a:lnTo>
                  <a:pt x="1401097" y="1165123"/>
                </a:lnTo>
                <a:lnTo>
                  <a:pt x="0" y="1165123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2EA116E-DCFE-4CC1-B618-672DA93E7B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03" t="8086" r="9427" b="71779"/>
          <a:stretch>
            <a:fillRect/>
          </a:stretch>
        </p:blipFill>
        <p:spPr>
          <a:xfrm flipH="1" flipV="1">
            <a:off x="8547230" y="2384728"/>
            <a:ext cx="890766" cy="740791"/>
          </a:xfrm>
          <a:custGeom>
            <a:avLst/>
            <a:gdLst>
              <a:gd name="connsiteX0" fmla="*/ 0 w 1401097"/>
              <a:gd name="connsiteY0" fmla="*/ 0 h 1165123"/>
              <a:gd name="connsiteX1" fmla="*/ 1401097 w 1401097"/>
              <a:gd name="connsiteY1" fmla="*/ 0 h 1165123"/>
              <a:gd name="connsiteX2" fmla="*/ 1401097 w 1401097"/>
              <a:gd name="connsiteY2" fmla="*/ 1165123 h 1165123"/>
              <a:gd name="connsiteX3" fmla="*/ 0 w 1401097"/>
              <a:gd name="connsiteY3" fmla="*/ 1165123 h 1165123"/>
              <a:gd name="connsiteX4" fmla="*/ 0 w 1401097"/>
              <a:gd name="connsiteY4" fmla="*/ 0 h 116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01097" h="1165123">
                <a:moveTo>
                  <a:pt x="0" y="0"/>
                </a:moveTo>
                <a:lnTo>
                  <a:pt x="1401097" y="0"/>
                </a:lnTo>
                <a:lnTo>
                  <a:pt x="1401097" y="1165123"/>
                </a:lnTo>
                <a:lnTo>
                  <a:pt x="0" y="1165123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19" name="组合 18">
            <a:extLst>
              <a:ext uri="{FF2B5EF4-FFF2-40B4-BE49-F238E27FC236}">
                <a16:creationId xmlns:a16="http://schemas.microsoft.com/office/drawing/2014/main" id="{EC739503-28D9-4B02-9EF7-949249A4384E}"/>
              </a:ext>
            </a:extLst>
          </p:cNvPr>
          <p:cNvGrpSpPr/>
          <p:nvPr/>
        </p:nvGrpSpPr>
        <p:grpSpPr>
          <a:xfrm>
            <a:off x="4108106" y="-1357163"/>
            <a:ext cx="7849810" cy="4883366"/>
            <a:chOff x="126337" y="-331687"/>
            <a:chExt cx="11703352" cy="6921610"/>
          </a:xfrm>
        </p:grpSpPr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B4095308-0DA1-4702-AB84-62849850D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37" y="-331687"/>
              <a:ext cx="11703352" cy="3657298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372C6204-F7C9-4335-BF71-E5E3EF7125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2816942" y="2932625"/>
              <a:ext cx="8353986" cy="3657298"/>
            </a:xfrm>
            <a:prstGeom prst="rect">
              <a:avLst/>
            </a:prstGeom>
          </p:spPr>
        </p:pic>
      </p:grpSp>
      <p:sp>
        <p:nvSpPr>
          <p:cNvPr id="12" name="Rectangle 4">
            <a:extLst>
              <a:ext uri="{FF2B5EF4-FFF2-40B4-BE49-F238E27FC236}">
                <a16:creationId xmlns:a16="http://schemas.microsoft.com/office/drawing/2014/main" id="{E6DF54AB-A37B-4525-BAB1-604D7BECB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4793" y="3483013"/>
            <a:ext cx="396573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Semoga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program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terus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memberikan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ilmu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yang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relevan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dengan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kebutuhan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dunia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kerja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menjadi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bekal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bagi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peserta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untuk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meraih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masa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depan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yang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lebih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baik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7939FA-6948-4EEF-B9FF-9D382231398B}"/>
              </a:ext>
            </a:extLst>
          </p:cNvPr>
          <p:cNvSpPr txBox="1"/>
          <p:nvPr/>
        </p:nvSpPr>
        <p:spPr>
          <a:xfrm>
            <a:off x="137841" y="1117963"/>
            <a:ext cx="119163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 err="1">
                <a:highlight>
                  <a:srgbClr val="C0C0C0"/>
                </a:highlight>
                <a:latin typeface="Tempus Sans ITC" panose="04020404030D07020202" pitchFamily="82" charset="0"/>
                <a:ea typeface="字魂49号-逍遥行书" panose="00000500000000000000" pitchFamily="2" charset="-122"/>
              </a:rPr>
              <a:t>Kesan</a:t>
            </a:r>
            <a:r>
              <a:rPr lang="en-US" altLang="zh-CN" sz="3600" b="1" dirty="0">
                <a:highlight>
                  <a:srgbClr val="C0C0C0"/>
                </a:highlight>
                <a:latin typeface="Tempus Sans ITC" panose="04020404030D07020202" pitchFamily="82" charset="0"/>
                <a:ea typeface="字魂49号-逍遥行书" panose="00000500000000000000" pitchFamily="2" charset="-122"/>
              </a:rPr>
              <a:t> </a:t>
            </a:r>
            <a:r>
              <a:rPr lang="en-US" altLang="zh-CN" sz="3600" b="1" dirty="0" err="1">
                <a:highlight>
                  <a:srgbClr val="C0C0C0"/>
                </a:highlight>
                <a:latin typeface="Tempus Sans ITC" panose="04020404030D07020202" pitchFamily="82" charset="0"/>
                <a:ea typeface="字魂49号-逍遥行书" panose="00000500000000000000" pitchFamily="2" charset="-122"/>
              </a:rPr>
              <a:t>Pesan</a:t>
            </a:r>
            <a:r>
              <a:rPr lang="en-US" altLang="zh-CN" sz="3600" b="1" dirty="0">
                <a:highlight>
                  <a:srgbClr val="C0C0C0"/>
                </a:highlight>
                <a:latin typeface="Tempus Sans ITC" panose="04020404030D07020202" pitchFamily="82" charset="0"/>
                <a:ea typeface="字魂49号-逍遥行书" panose="00000500000000000000" pitchFamily="2" charset="-122"/>
              </a:rPr>
              <a:t> </a:t>
            </a:r>
            <a:r>
              <a:rPr lang="en-US" altLang="zh-CN" sz="3600" b="1" dirty="0" err="1">
                <a:highlight>
                  <a:srgbClr val="C0C0C0"/>
                </a:highlight>
                <a:latin typeface="Tempus Sans ITC" panose="04020404030D07020202" pitchFamily="82" charset="0"/>
                <a:ea typeface="字魂49号-逍遥行书" panose="00000500000000000000" pitchFamily="2" charset="-122"/>
              </a:rPr>
              <a:t>Selama</a:t>
            </a:r>
            <a:r>
              <a:rPr lang="en-US" altLang="zh-CN" sz="3600" b="1" dirty="0">
                <a:highlight>
                  <a:srgbClr val="C0C0C0"/>
                </a:highlight>
                <a:latin typeface="Tempus Sans ITC" panose="04020404030D07020202" pitchFamily="82" charset="0"/>
                <a:ea typeface="字魂49号-逍遥行书" panose="00000500000000000000" pitchFamily="2" charset="-122"/>
              </a:rPr>
              <a:t> </a:t>
            </a:r>
            <a:r>
              <a:rPr lang="en-US" altLang="zh-CN" sz="3600" b="1" dirty="0" err="1">
                <a:highlight>
                  <a:srgbClr val="C0C0C0"/>
                </a:highlight>
                <a:latin typeface="Tempus Sans ITC" panose="04020404030D07020202" pitchFamily="82" charset="0"/>
                <a:ea typeface="字魂49号-逍遥行书" panose="00000500000000000000" pitchFamily="2" charset="-122"/>
              </a:rPr>
              <a:t>Mengikuti</a:t>
            </a:r>
            <a:r>
              <a:rPr lang="en-US" altLang="zh-CN" sz="3600" b="1" dirty="0">
                <a:highlight>
                  <a:srgbClr val="C0C0C0"/>
                </a:highlight>
                <a:latin typeface="Tempus Sans ITC" panose="04020404030D07020202" pitchFamily="82" charset="0"/>
                <a:ea typeface="字魂49号-逍遥行书" panose="00000500000000000000" pitchFamily="2" charset="-122"/>
              </a:rPr>
              <a:t> </a:t>
            </a:r>
            <a:r>
              <a:rPr lang="en-US" altLang="zh-CN" sz="3600" b="1" dirty="0" err="1">
                <a:highlight>
                  <a:srgbClr val="C0C0C0"/>
                </a:highlight>
                <a:latin typeface="Tempus Sans ITC" panose="04020404030D07020202" pitchFamily="82" charset="0"/>
                <a:ea typeface="字魂49号-逍遥行书" panose="00000500000000000000" pitchFamily="2" charset="-122"/>
              </a:rPr>
              <a:t>Pelatihan</a:t>
            </a:r>
            <a:r>
              <a:rPr lang="en-US" altLang="zh-CN" sz="3600" b="1" dirty="0">
                <a:highlight>
                  <a:srgbClr val="C0C0C0"/>
                </a:highlight>
                <a:latin typeface="Tempus Sans ITC" panose="04020404030D07020202" pitchFamily="82" charset="0"/>
                <a:ea typeface="字魂49号-逍遥行书" panose="00000500000000000000" pitchFamily="2" charset="-122"/>
              </a:rPr>
              <a:t> Di UPT BLK </a:t>
            </a:r>
            <a:r>
              <a:rPr lang="en-US" altLang="zh-CN" sz="3600" b="1" dirty="0" err="1">
                <a:highlight>
                  <a:srgbClr val="C0C0C0"/>
                </a:highlight>
                <a:latin typeface="Tempus Sans ITC" panose="04020404030D07020202" pitchFamily="82" charset="0"/>
                <a:ea typeface="字魂49号-逍遥行书" panose="00000500000000000000" pitchFamily="2" charset="-122"/>
              </a:rPr>
              <a:t>Jember</a:t>
            </a:r>
            <a:endParaRPr lang="zh-CN" altLang="en-US" sz="3600" b="1" dirty="0">
              <a:highlight>
                <a:srgbClr val="C0C0C0"/>
              </a:highlight>
              <a:latin typeface="Tempus Sans ITC" panose="04020404030D07020202" pitchFamily="82" charset="0"/>
              <a:ea typeface="字魂49号-逍遥行书" panose="00000500000000000000" pitchFamily="2" charset="-12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9F31D4-2718-4F9C-901A-FD1BEC6B18A8}"/>
              </a:ext>
            </a:extLst>
          </p:cNvPr>
          <p:cNvSpPr txBox="1"/>
          <p:nvPr/>
        </p:nvSpPr>
        <p:spPr>
          <a:xfrm>
            <a:off x="2737698" y="1910853"/>
            <a:ext cx="15220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 err="1">
                <a:latin typeface="Tempus Sans ITC" panose="04020404030D07020202" pitchFamily="82" charset="0"/>
                <a:ea typeface="字魂49号-逍遥行书" panose="00000500000000000000" pitchFamily="2" charset="-122"/>
              </a:rPr>
              <a:t>Pesan</a:t>
            </a:r>
            <a:endParaRPr lang="zh-CN" altLang="en-US" sz="3600" b="1" dirty="0">
              <a:latin typeface="Tempus Sans ITC" panose="04020404030D07020202" pitchFamily="82" charset="0"/>
              <a:ea typeface="字魂49号-逍遥行书" panose="00000500000000000000" pitchFamily="2" charset="-12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D84114-5BC8-4CFE-9661-58C6C2846C5B}"/>
              </a:ext>
            </a:extLst>
          </p:cNvPr>
          <p:cNvSpPr txBox="1"/>
          <p:nvPr/>
        </p:nvSpPr>
        <p:spPr>
          <a:xfrm>
            <a:off x="8452161" y="1941450"/>
            <a:ext cx="15220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 err="1">
                <a:latin typeface="Tempus Sans ITC" panose="04020404030D07020202" pitchFamily="82" charset="0"/>
                <a:ea typeface="字魂49号-逍遥行书" panose="00000500000000000000" pitchFamily="2" charset="-122"/>
              </a:rPr>
              <a:t>Kesan</a:t>
            </a:r>
            <a:endParaRPr lang="zh-CN" altLang="en-US" sz="3600" b="1" dirty="0">
              <a:latin typeface="Tempus Sans ITC" panose="04020404030D07020202" pitchFamily="82" charset="0"/>
              <a:ea typeface="字魂49号-逍遥行书" panose="00000500000000000000" pitchFamily="2" charset="-122"/>
            </a:endParaRPr>
          </a:p>
        </p:txBody>
      </p:sp>
      <p:sp>
        <p:nvSpPr>
          <p:cNvPr id="26" name="Rectangle 4">
            <a:extLst>
              <a:ext uri="{FF2B5EF4-FFF2-40B4-BE49-F238E27FC236}">
                <a16:creationId xmlns:a16="http://schemas.microsoft.com/office/drawing/2014/main" id="{6FAA95E3-3E61-46E0-B03D-7DDC5E0C9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2899" y="3483013"/>
            <a:ext cx="447428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D" dirty="0" err="1"/>
              <a:t>Mengikuti</a:t>
            </a:r>
            <a:r>
              <a:rPr lang="en-ID" dirty="0"/>
              <a:t> di BLK </a:t>
            </a:r>
            <a:r>
              <a:rPr lang="en-ID" dirty="0" err="1"/>
              <a:t>Jember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pengalaman</a:t>
            </a:r>
            <a:r>
              <a:rPr lang="en-ID" dirty="0"/>
              <a:t> yang sangat </a:t>
            </a:r>
            <a:r>
              <a:rPr lang="en-ID" dirty="0" err="1"/>
              <a:t>berharga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saya</a:t>
            </a:r>
            <a:r>
              <a:rPr lang="en-ID" dirty="0"/>
              <a:t>. </a:t>
            </a:r>
            <a:r>
              <a:rPr lang="en-ID" dirty="0" err="1"/>
              <a:t>Pelatihan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pengalaman</a:t>
            </a:r>
            <a:r>
              <a:rPr lang="en-ID" dirty="0"/>
              <a:t>, </a:t>
            </a:r>
            <a:r>
              <a:rPr lang="en-ID" dirty="0" err="1"/>
              <a:t>wawasan</a:t>
            </a:r>
            <a:r>
              <a:rPr lang="en-ID" dirty="0"/>
              <a:t>, dan </a:t>
            </a:r>
            <a:r>
              <a:rPr lang="en-ID" dirty="0" err="1"/>
              <a:t>keterampilan</a:t>
            </a:r>
            <a:r>
              <a:rPr lang="en-ID" dirty="0"/>
              <a:t> </a:t>
            </a:r>
            <a:r>
              <a:rPr lang="en-ID" dirty="0" err="1"/>
              <a:t>baru</a:t>
            </a:r>
            <a:r>
              <a:rPr lang="en-ID" dirty="0"/>
              <a:t> yang sangat </a:t>
            </a:r>
            <a:r>
              <a:rPr lang="en-ID" dirty="0" err="1"/>
              <a:t>bermanfaat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saya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7" name="图片 21">
            <a:extLst>
              <a:ext uri="{FF2B5EF4-FFF2-40B4-BE49-F238E27FC236}">
                <a16:creationId xmlns:a16="http://schemas.microsoft.com/office/drawing/2014/main" id="{35F02383-CD74-435B-9D1F-770D6EF9C5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03" t="215" r="52108" b="67312"/>
          <a:stretch>
            <a:fillRect/>
          </a:stretch>
        </p:blipFill>
        <p:spPr>
          <a:xfrm rot="16200000">
            <a:off x="3004384" y="1261381"/>
            <a:ext cx="716227" cy="1912359"/>
          </a:xfrm>
          <a:custGeom>
            <a:avLst/>
            <a:gdLst>
              <a:gd name="connsiteX0" fmla="*/ 83573 w 2020529"/>
              <a:gd name="connsiteY0" fmla="*/ 762001 h 3569109"/>
              <a:gd name="connsiteX1" fmla="*/ 83573 w 2020529"/>
              <a:gd name="connsiteY1" fmla="*/ 2546555 h 3569109"/>
              <a:gd name="connsiteX2" fmla="*/ 614515 w 2020529"/>
              <a:gd name="connsiteY2" fmla="*/ 2546555 h 3569109"/>
              <a:gd name="connsiteX3" fmla="*/ 614515 w 2020529"/>
              <a:gd name="connsiteY3" fmla="*/ 762001 h 3569109"/>
              <a:gd name="connsiteX4" fmla="*/ 0 w 2020529"/>
              <a:gd name="connsiteY4" fmla="*/ 0 h 3569109"/>
              <a:gd name="connsiteX5" fmla="*/ 2020529 w 2020529"/>
              <a:gd name="connsiteY5" fmla="*/ 0 h 3569109"/>
              <a:gd name="connsiteX6" fmla="*/ 2020529 w 2020529"/>
              <a:gd name="connsiteY6" fmla="*/ 3569109 h 3569109"/>
              <a:gd name="connsiteX7" fmla="*/ 0 w 2020529"/>
              <a:gd name="connsiteY7" fmla="*/ 3569109 h 356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20529" h="3569109">
                <a:moveTo>
                  <a:pt x="83573" y="762001"/>
                </a:moveTo>
                <a:lnTo>
                  <a:pt x="83573" y="2546555"/>
                </a:lnTo>
                <a:lnTo>
                  <a:pt x="614515" y="2546555"/>
                </a:lnTo>
                <a:lnTo>
                  <a:pt x="614515" y="762001"/>
                </a:lnTo>
                <a:close/>
                <a:moveTo>
                  <a:pt x="0" y="0"/>
                </a:moveTo>
                <a:lnTo>
                  <a:pt x="2020529" y="0"/>
                </a:lnTo>
                <a:lnTo>
                  <a:pt x="2020529" y="3569109"/>
                </a:lnTo>
                <a:lnTo>
                  <a:pt x="0" y="3569109"/>
                </a:lnTo>
                <a:close/>
              </a:path>
            </a:pathLst>
          </a:custGeom>
        </p:spPr>
      </p:pic>
      <p:pic>
        <p:nvPicPr>
          <p:cNvPr id="28" name="图片 21">
            <a:extLst>
              <a:ext uri="{FF2B5EF4-FFF2-40B4-BE49-F238E27FC236}">
                <a16:creationId xmlns:a16="http://schemas.microsoft.com/office/drawing/2014/main" id="{05BCD11F-94D0-410B-8F47-8B2B72814E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03" t="215" r="52108" b="67312"/>
          <a:stretch>
            <a:fillRect/>
          </a:stretch>
        </p:blipFill>
        <p:spPr>
          <a:xfrm rot="16200000">
            <a:off x="8735433" y="1280596"/>
            <a:ext cx="716227" cy="1912359"/>
          </a:xfrm>
          <a:custGeom>
            <a:avLst/>
            <a:gdLst>
              <a:gd name="connsiteX0" fmla="*/ 83573 w 2020529"/>
              <a:gd name="connsiteY0" fmla="*/ 762001 h 3569109"/>
              <a:gd name="connsiteX1" fmla="*/ 83573 w 2020529"/>
              <a:gd name="connsiteY1" fmla="*/ 2546555 h 3569109"/>
              <a:gd name="connsiteX2" fmla="*/ 614515 w 2020529"/>
              <a:gd name="connsiteY2" fmla="*/ 2546555 h 3569109"/>
              <a:gd name="connsiteX3" fmla="*/ 614515 w 2020529"/>
              <a:gd name="connsiteY3" fmla="*/ 762001 h 3569109"/>
              <a:gd name="connsiteX4" fmla="*/ 0 w 2020529"/>
              <a:gd name="connsiteY4" fmla="*/ 0 h 3569109"/>
              <a:gd name="connsiteX5" fmla="*/ 2020529 w 2020529"/>
              <a:gd name="connsiteY5" fmla="*/ 0 h 3569109"/>
              <a:gd name="connsiteX6" fmla="*/ 2020529 w 2020529"/>
              <a:gd name="connsiteY6" fmla="*/ 3569109 h 3569109"/>
              <a:gd name="connsiteX7" fmla="*/ 0 w 2020529"/>
              <a:gd name="connsiteY7" fmla="*/ 3569109 h 356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20529" h="3569109">
                <a:moveTo>
                  <a:pt x="83573" y="762001"/>
                </a:moveTo>
                <a:lnTo>
                  <a:pt x="83573" y="2546555"/>
                </a:lnTo>
                <a:lnTo>
                  <a:pt x="614515" y="2546555"/>
                </a:lnTo>
                <a:lnTo>
                  <a:pt x="614515" y="762001"/>
                </a:lnTo>
                <a:close/>
                <a:moveTo>
                  <a:pt x="0" y="0"/>
                </a:moveTo>
                <a:lnTo>
                  <a:pt x="2020529" y="0"/>
                </a:lnTo>
                <a:lnTo>
                  <a:pt x="2020529" y="3569109"/>
                </a:lnTo>
                <a:lnTo>
                  <a:pt x="0" y="3569109"/>
                </a:lnTo>
                <a:close/>
              </a:path>
            </a:pathLst>
          </a:cu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3F296A-A734-4A78-A184-1F949C421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738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C7168DF1-440A-43FD-AFFB-7039D18D07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85837"/>
            <a:ext cx="12192000" cy="685800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73D5F701-0D3F-4624-87E2-6ECE505009C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89988" y="2417614"/>
            <a:ext cx="512582" cy="208800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8B83348B-CFC5-42E8-BF92-C861DE2DAA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05" y="1736300"/>
            <a:ext cx="4226343" cy="13903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463AC1-AFAF-414E-9159-59102479DFA7}"/>
              </a:ext>
            </a:extLst>
          </p:cNvPr>
          <p:cNvSpPr txBox="1"/>
          <p:nvPr/>
        </p:nvSpPr>
        <p:spPr>
          <a:xfrm>
            <a:off x="157456" y="1139427"/>
            <a:ext cx="84190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 err="1">
                <a:latin typeface="Tempus Sans ITC" panose="04020404030D07020202" pitchFamily="82" charset="0"/>
                <a:ea typeface="字魂49号-逍遥行书" panose="00000500000000000000" pitchFamily="2" charset="-122"/>
              </a:rPr>
              <a:t>Teman</a:t>
            </a:r>
            <a:r>
              <a:rPr lang="en-US" altLang="zh-CN" sz="36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 Paling </a:t>
            </a:r>
            <a:r>
              <a:rPr lang="en-US" altLang="zh-CN" sz="3600" b="1" dirty="0" err="1">
                <a:latin typeface="Tempus Sans ITC" panose="04020404030D07020202" pitchFamily="82" charset="0"/>
                <a:ea typeface="字魂49号-逍遥行书" panose="00000500000000000000" pitchFamily="2" charset="-122"/>
              </a:rPr>
              <a:t>Menyenangkan</a:t>
            </a:r>
            <a:r>
              <a:rPr lang="en-US" altLang="zh-CN" sz="36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 </a:t>
            </a:r>
            <a:r>
              <a:rPr lang="en-US" altLang="zh-CN" sz="3600" b="1" dirty="0" err="1">
                <a:latin typeface="Tempus Sans ITC" panose="04020404030D07020202" pitchFamily="82" charset="0"/>
                <a:ea typeface="字魂49号-逍遥行书" panose="00000500000000000000" pitchFamily="2" charset="-122"/>
              </a:rPr>
              <a:t>Selama</a:t>
            </a:r>
            <a:r>
              <a:rPr lang="en-US" altLang="zh-CN" sz="36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 </a:t>
            </a:r>
            <a:r>
              <a:rPr lang="en-US" altLang="zh-CN" sz="3600" b="1" dirty="0" err="1">
                <a:latin typeface="Tempus Sans ITC" panose="04020404030D07020202" pitchFamily="82" charset="0"/>
                <a:ea typeface="字魂49号-逍遥行书" panose="00000500000000000000" pitchFamily="2" charset="-122"/>
              </a:rPr>
              <a:t>Pelatihan</a:t>
            </a:r>
            <a:r>
              <a:rPr lang="en-US" altLang="zh-CN" sz="36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 DI UPT BLK JEMBER</a:t>
            </a:r>
            <a:endParaRPr lang="zh-CN" altLang="en-US" sz="3600" b="1" dirty="0">
              <a:latin typeface="Tempus Sans ITC" panose="04020404030D07020202" pitchFamily="82" charset="0"/>
              <a:ea typeface="字魂49号-逍遥行书" panose="00000500000000000000" pitchFamily="2" charset="-122"/>
            </a:endParaRPr>
          </a:p>
        </p:txBody>
      </p:sp>
      <p:grpSp>
        <p:nvGrpSpPr>
          <p:cNvPr id="7" name="组合 3">
            <a:extLst>
              <a:ext uri="{FF2B5EF4-FFF2-40B4-BE49-F238E27FC236}">
                <a16:creationId xmlns:a16="http://schemas.microsoft.com/office/drawing/2014/main" id="{ACF5B7A2-6862-4716-8058-0C6F7AFACF74}"/>
              </a:ext>
            </a:extLst>
          </p:cNvPr>
          <p:cNvGrpSpPr/>
          <p:nvPr/>
        </p:nvGrpSpPr>
        <p:grpSpPr>
          <a:xfrm>
            <a:off x="157456" y="0"/>
            <a:ext cx="3425499" cy="826923"/>
            <a:chOff x="360956" y="0"/>
            <a:chExt cx="3827587" cy="923988"/>
          </a:xfrm>
        </p:grpSpPr>
        <p:sp>
          <p:nvSpPr>
            <p:cNvPr id="8" name="矩形 4">
              <a:extLst>
                <a:ext uri="{FF2B5EF4-FFF2-40B4-BE49-F238E27FC236}">
                  <a16:creationId xmlns:a16="http://schemas.microsoft.com/office/drawing/2014/main" id="{828859E5-7781-48DE-A408-5EFA92DF4727}"/>
                </a:ext>
              </a:extLst>
            </p:cNvPr>
            <p:cNvSpPr/>
            <p:nvPr/>
          </p:nvSpPr>
          <p:spPr>
            <a:xfrm>
              <a:off x="360956" y="0"/>
              <a:ext cx="877163" cy="92333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zh-CN" altLang="en-US" sz="5400" dirty="0">
                  <a:latin typeface="字魂49号-逍遥行书" panose="00000500000000000000" pitchFamily="2" charset="-122"/>
                  <a:ea typeface="字魂49号-逍遥行书" panose="00000500000000000000" pitchFamily="2" charset="-122"/>
                </a:rPr>
                <a:t>叁</a:t>
              </a:r>
            </a:p>
          </p:txBody>
        </p:sp>
        <p:sp>
          <p:nvSpPr>
            <p:cNvPr id="9" name="文本框 5">
              <a:extLst>
                <a:ext uri="{FF2B5EF4-FFF2-40B4-BE49-F238E27FC236}">
                  <a16:creationId xmlns:a16="http://schemas.microsoft.com/office/drawing/2014/main" id="{ECD7A10A-754C-43E7-9018-C4E7C120CE39}"/>
                </a:ext>
              </a:extLst>
            </p:cNvPr>
            <p:cNvSpPr txBox="1"/>
            <p:nvPr/>
          </p:nvSpPr>
          <p:spPr>
            <a:xfrm>
              <a:off x="1268362" y="339213"/>
              <a:ext cx="29201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latin typeface="字魂49号-逍遥行书" panose="00000500000000000000" pitchFamily="2" charset="-122"/>
                  <a:ea typeface="字魂49号-逍遥行书" panose="00000500000000000000" pitchFamily="2" charset="-122"/>
                </a:rPr>
                <a:t>输入标题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1DED68-B46B-482D-A39A-0B02E6288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12</a:t>
            </a:fld>
            <a:endParaRPr lang="zh-CN" altLang="en-US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5D8674C8-EE97-44DE-BE08-1277D737C3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6803490"/>
              </p:ext>
            </p:extLst>
          </p:nvPr>
        </p:nvGraphicFramePr>
        <p:xfrm>
          <a:off x="477078" y="2191830"/>
          <a:ext cx="6583679" cy="43891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941989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Graphic spid="12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C7168DF1-440A-43FD-AFFB-7039D18D07C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73D5F701-0D3F-4624-87E2-6ECE505009C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89988" y="2417614"/>
            <a:ext cx="512582" cy="208800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8B83348B-CFC5-42E8-BF92-C861DE2DAA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808" y="3810435"/>
            <a:ext cx="4226343" cy="1390357"/>
          </a:xfrm>
          <a:prstGeom prst="rect">
            <a:avLst/>
          </a:prstGeom>
        </p:spPr>
      </p:pic>
      <p:pic>
        <p:nvPicPr>
          <p:cNvPr id="2" name="snaptik_7551084493709298949_v3">
            <a:hlinkClick r:id="" action="ppaction://media"/>
            <a:extLst>
              <a:ext uri="{FF2B5EF4-FFF2-40B4-BE49-F238E27FC236}">
                <a16:creationId xmlns:a16="http://schemas.microsoft.com/office/drawing/2014/main" id="{DB5D3B3E-1128-415D-865B-95624C00F8C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82163" y="-54246"/>
            <a:ext cx="3991954" cy="69122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100810-6322-4992-949E-627269BF4961}"/>
              </a:ext>
            </a:extLst>
          </p:cNvPr>
          <p:cNvSpPr txBox="1"/>
          <p:nvPr/>
        </p:nvSpPr>
        <p:spPr>
          <a:xfrm>
            <a:off x="4663116" y="1922394"/>
            <a:ext cx="37782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400" b="1" i="1" dirty="0" err="1"/>
              <a:t>Roronoa</a:t>
            </a:r>
            <a:r>
              <a:rPr lang="en-ID" sz="2400" b="1" i="1" dirty="0"/>
              <a:t> </a:t>
            </a:r>
            <a:r>
              <a:rPr lang="en-ID" sz="2400" b="1" i="1" dirty="0" err="1"/>
              <a:t>zoro</a:t>
            </a:r>
            <a:r>
              <a:rPr lang="en-ID" sz="2400" b="1" i="1" dirty="0"/>
              <a:t> said,...</a:t>
            </a:r>
            <a:endParaRPr lang="en-US" sz="2400" b="1" i="1" dirty="0">
              <a:latin typeface="字魂49号-逍遥行书" panose="00000500000000000000" pitchFamily="2" charset="-122"/>
              <a:ea typeface="字魂49号-逍遥行书" panose="00000500000000000000" pitchFamily="2" charset="-122"/>
              <a:cs typeface="Clear Sans Light" panose="020B03030302020203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89C8D-566D-4DB6-B2FF-8FA73F32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580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7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0106F8-F2B1-44F5-B3D5-4EE2086678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38" y="983216"/>
            <a:ext cx="3495675" cy="5238750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87C45D2E-8D26-47ED-850E-389200E707F5}"/>
              </a:ext>
            </a:extLst>
          </p:cNvPr>
          <p:cNvGrpSpPr/>
          <p:nvPr/>
        </p:nvGrpSpPr>
        <p:grpSpPr>
          <a:xfrm>
            <a:off x="183975" y="0"/>
            <a:ext cx="3827587" cy="923988"/>
            <a:chOff x="360956" y="0"/>
            <a:chExt cx="3827587" cy="92398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610CA44-2714-4D04-8E95-BD0BC25EC656}"/>
                </a:ext>
              </a:extLst>
            </p:cNvPr>
            <p:cNvSpPr/>
            <p:nvPr/>
          </p:nvSpPr>
          <p:spPr>
            <a:xfrm>
              <a:off x="360956" y="0"/>
              <a:ext cx="184731" cy="92333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zh-CN" altLang="en-US" sz="5400" dirty="0">
                  <a:latin typeface="字魂49号-逍遥行书" panose="00000500000000000000" pitchFamily="2" charset="-122"/>
                  <a:ea typeface="字魂49号-逍遥行书" panose="00000500000000000000" pitchFamily="2" charset="-122"/>
                </a:rPr>
                <a:t>肆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E7AF7BB-7E6F-40D5-B67B-2E5B19996C11}"/>
                </a:ext>
              </a:extLst>
            </p:cNvPr>
            <p:cNvSpPr txBox="1"/>
            <p:nvPr/>
          </p:nvSpPr>
          <p:spPr>
            <a:xfrm>
              <a:off x="1268362" y="339213"/>
              <a:ext cx="29201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latin typeface="字魂49号-逍遥行书" panose="00000500000000000000" pitchFamily="2" charset="-122"/>
                  <a:ea typeface="字魂49号-逍遥行书" panose="00000500000000000000" pitchFamily="2" charset="-122"/>
                </a:rPr>
                <a:t>输入标题</a:t>
              </a: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CFC01C2F-F2A8-4614-9330-E6DC3637F9E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8067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5F591DFA-1720-41C1-B030-2B7B6DDAE78B}"/>
              </a:ext>
            </a:extLst>
          </p:cNvPr>
          <p:cNvGrpSpPr/>
          <p:nvPr/>
        </p:nvGrpSpPr>
        <p:grpSpPr>
          <a:xfrm flipH="1">
            <a:off x="461244" y="1630281"/>
            <a:ext cx="879986" cy="3746091"/>
            <a:chOff x="4547421" y="1666567"/>
            <a:chExt cx="879986" cy="3746091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E78B4EC-644C-487E-AB8C-BBBBB9151DF8}"/>
                </a:ext>
              </a:extLst>
            </p:cNvPr>
            <p:cNvSpPr txBox="1"/>
            <p:nvPr/>
          </p:nvSpPr>
          <p:spPr>
            <a:xfrm>
              <a:off x="4744771" y="2197015"/>
              <a:ext cx="434194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2400" b="1" u="none" strike="noStrike" dirty="0">
                  <a:effectLst/>
                  <a:latin typeface="Google Sans"/>
                </a:rPr>
                <a:t>海賊狩りのゾロ</a:t>
              </a:r>
              <a:r>
                <a:rPr lang="en-US" altLang="ja-JP" sz="2400" dirty="0"/>
                <a:t>.</a:t>
              </a:r>
              <a:endParaRPr lang="zh-CN" altLang="en-US" sz="2400" dirty="0">
                <a:latin typeface="字魂49号-逍遥行书" panose="00000500000000000000" pitchFamily="2" charset="-122"/>
                <a:ea typeface="字魂49号-逍遥行书" panose="00000500000000000000" pitchFamily="2" charset="-122"/>
              </a:endParaRPr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22C5B949-8FB6-450D-A413-7059E685F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03" t="215" r="52108" b="67312"/>
            <a:stretch>
              <a:fillRect/>
            </a:stretch>
          </p:blipFill>
          <p:spPr>
            <a:xfrm>
              <a:off x="4547421" y="1666567"/>
              <a:ext cx="879986" cy="3746091"/>
            </a:xfrm>
            <a:custGeom>
              <a:avLst/>
              <a:gdLst>
                <a:gd name="connsiteX0" fmla="*/ 83573 w 2020529"/>
                <a:gd name="connsiteY0" fmla="*/ 762001 h 3569109"/>
                <a:gd name="connsiteX1" fmla="*/ 83573 w 2020529"/>
                <a:gd name="connsiteY1" fmla="*/ 2546555 h 3569109"/>
                <a:gd name="connsiteX2" fmla="*/ 614515 w 2020529"/>
                <a:gd name="connsiteY2" fmla="*/ 2546555 h 3569109"/>
                <a:gd name="connsiteX3" fmla="*/ 614515 w 2020529"/>
                <a:gd name="connsiteY3" fmla="*/ 762001 h 3569109"/>
                <a:gd name="connsiteX4" fmla="*/ 0 w 2020529"/>
                <a:gd name="connsiteY4" fmla="*/ 0 h 3569109"/>
                <a:gd name="connsiteX5" fmla="*/ 2020529 w 2020529"/>
                <a:gd name="connsiteY5" fmla="*/ 0 h 3569109"/>
                <a:gd name="connsiteX6" fmla="*/ 2020529 w 2020529"/>
                <a:gd name="connsiteY6" fmla="*/ 3569109 h 3569109"/>
                <a:gd name="connsiteX7" fmla="*/ 0 w 2020529"/>
                <a:gd name="connsiteY7" fmla="*/ 3569109 h 356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20529" h="3569109">
                  <a:moveTo>
                    <a:pt x="83573" y="762001"/>
                  </a:moveTo>
                  <a:lnTo>
                    <a:pt x="83573" y="2546555"/>
                  </a:lnTo>
                  <a:lnTo>
                    <a:pt x="614515" y="2546555"/>
                  </a:lnTo>
                  <a:lnTo>
                    <a:pt x="614515" y="762001"/>
                  </a:lnTo>
                  <a:close/>
                  <a:moveTo>
                    <a:pt x="0" y="0"/>
                  </a:moveTo>
                  <a:lnTo>
                    <a:pt x="2020529" y="0"/>
                  </a:lnTo>
                  <a:lnTo>
                    <a:pt x="2020529" y="3569109"/>
                  </a:lnTo>
                  <a:lnTo>
                    <a:pt x="0" y="3569109"/>
                  </a:lnTo>
                  <a:close/>
                </a:path>
              </a:pathLst>
            </a:custGeom>
          </p:spPr>
        </p:pic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8866AC27-87DF-436C-BA03-CA5098BF56AF}"/>
              </a:ext>
            </a:extLst>
          </p:cNvPr>
          <p:cNvSpPr txBox="1"/>
          <p:nvPr/>
        </p:nvSpPr>
        <p:spPr>
          <a:xfrm>
            <a:off x="5521377" y="1799341"/>
            <a:ext cx="4107071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4800" b="1" dirty="0">
                <a:latin typeface="Tempus Sans ITC" panose="04020404030D07020202" pitchFamily="82" charset="0"/>
                <a:ea typeface="字魂49号-逍遥行书" panose="00000500000000000000" pitchFamily="2" charset="-122"/>
              </a:rPr>
              <a:t>MOTO HIDUP</a:t>
            </a:r>
            <a:endParaRPr lang="zh-CN" altLang="en-US" sz="4800" b="1" dirty="0">
              <a:latin typeface="Tempus Sans ITC" panose="04020404030D07020202" pitchFamily="82" charset="0"/>
              <a:ea typeface="字魂49号-逍遥行书" panose="00000500000000000000" pitchFamily="2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9C3643AB-52FA-471D-A585-F1A0C7217A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53" t="15043" r="977" b="33811"/>
          <a:stretch/>
        </p:blipFill>
        <p:spPr>
          <a:xfrm>
            <a:off x="9398924" y="997528"/>
            <a:ext cx="2793076" cy="3674225"/>
          </a:xfrm>
          <a:custGeom>
            <a:avLst/>
            <a:gdLst>
              <a:gd name="connsiteX0" fmla="*/ 0 w 2793076"/>
              <a:gd name="connsiteY0" fmla="*/ 0 h 3674225"/>
              <a:gd name="connsiteX1" fmla="*/ 2793076 w 2793076"/>
              <a:gd name="connsiteY1" fmla="*/ 0 h 3674225"/>
              <a:gd name="connsiteX2" fmla="*/ 2793076 w 2793076"/>
              <a:gd name="connsiteY2" fmla="*/ 3674225 h 3674225"/>
              <a:gd name="connsiteX3" fmla="*/ 0 w 2793076"/>
              <a:gd name="connsiteY3" fmla="*/ 3674225 h 3674225"/>
              <a:gd name="connsiteX4" fmla="*/ 0 w 2793076"/>
              <a:gd name="connsiteY4" fmla="*/ 0 h 3674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93076" h="3674225">
                <a:moveTo>
                  <a:pt x="0" y="0"/>
                </a:moveTo>
                <a:lnTo>
                  <a:pt x="2793076" y="0"/>
                </a:lnTo>
                <a:lnTo>
                  <a:pt x="2793076" y="3674225"/>
                </a:lnTo>
                <a:lnTo>
                  <a:pt x="0" y="3674225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ADA5F978-6C84-4FAC-BF5C-CC22AF7FAD26}"/>
              </a:ext>
            </a:extLst>
          </p:cNvPr>
          <p:cNvGrpSpPr/>
          <p:nvPr/>
        </p:nvGrpSpPr>
        <p:grpSpPr>
          <a:xfrm>
            <a:off x="7816132" y="427778"/>
            <a:ext cx="4663678" cy="2030186"/>
            <a:chOff x="126337" y="-331687"/>
            <a:chExt cx="11703352" cy="6921610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7DF6F655-DF3F-4E76-86C6-803BF1DAF4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37" y="-331687"/>
              <a:ext cx="11703352" cy="3657298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74A47316-F1FE-46D4-AC6A-5A58C0A2BA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2816942" y="2932625"/>
              <a:ext cx="8353986" cy="3657298"/>
            </a:xfrm>
            <a:prstGeom prst="rect">
              <a:avLst/>
            </a:prstGeom>
          </p:spPr>
        </p:pic>
      </p:grpSp>
      <p:sp>
        <p:nvSpPr>
          <p:cNvPr id="11" name="TextBox 22">
            <a:extLst>
              <a:ext uri="{FF2B5EF4-FFF2-40B4-BE49-F238E27FC236}">
                <a16:creationId xmlns:a16="http://schemas.microsoft.com/office/drawing/2014/main" id="{05316369-25AA-4DA7-A33B-3677347E2C49}"/>
              </a:ext>
            </a:extLst>
          </p:cNvPr>
          <p:cNvSpPr txBox="1"/>
          <p:nvPr/>
        </p:nvSpPr>
        <p:spPr>
          <a:xfrm>
            <a:off x="4035907" y="2853227"/>
            <a:ext cx="7264152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D" sz="3600" b="1" i="1" dirty="0"/>
              <a:t>“ Ketika dunia </a:t>
            </a:r>
            <a:r>
              <a:rPr lang="en-ID" sz="3600" b="1" i="1" dirty="0" err="1"/>
              <a:t>jahat</a:t>
            </a:r>
            <a:r>
              <a:rPr lang="en-ID" sz="3600" b="1" i="1" dirty="0"/>
              <a:t> </a:t>
            </a:r>
            <a:r>
              <a:rPr lang="en-ID" sz="3600" b="1" i="1" dirty="0" err="1"/>
              <a:t>kepadamu</a:t>
            </a:r>
            <a:r>
              <a:rPr lang="en-ID" sz="3600" b="1" i="1" dirty="0"/>
              <a:t>, </a:t>
            </a:r>
            <a:r>
              <a:rPr lang="en-ID" sz="3600" b="1" i="1" dirty="0" err="1"/>
              <a:t>maka</a:t>
            </a:r>
            <a:r>
              <a:rPr lang="en-ID" sz="3600" b="1" i="1" dirty="0"/>
              <a:t> kau </a:t>
            </a:r>
            <a:r>
              <a:rPr lang="en-ID" sz="3600" b="1" i="1" dirty="0" err="1"/>
              <a:t>harus</a:t>
            </a:r>
            <a:r>
              <a:rPr lang="en-ID" sz="3600" b="1" i="1" dirty="0"/>
              <a:t> </a:t>
            </a:r>
            <a:r>
              <a:rPr lang="en-ID" sz="3600" b="1" i="1" dirty="0" err="1"/>
              <a:t>melawannya</a:t>
            </a:r>
            <a:r>
              <a:rPr lang="en-ID" sz="3600" b="1" i="1" dirty="0"/>
              <a:t> </a:t>
            </a:r>
            <a:r>
              <a:rPr lang="en-ID" sz="3600" b="1" i="1" dirty="0" err="1"/>
              <a:t>dengan</a:t>
            </a:r>
            <a:r>
              <a:rPr lang="en-ID" sz="3600" b="1" i="1" dirty="0"/>
              <a:t> </a:t>
            </a:r>
            <a:r>
              <a:rPr lang="en-ID" sz="3600" b="1" i="1" dirty="0" err="1"/>
              <a:t>menjadi</a:t>
            </a:r>
            <a:r>
              <a:rPr lang="en-ID" sz="3600" b="1" i="1" dirty="0"/>
              <a:t> </a:t>
            </a:r>
            <a:r>
              <a:rPr lang="en-ID" sz="3600" b="1" i="1" dirty="0" err="1"/>
              <a:t>lebih</a:t>
            </a:r>
            <a:r>
              <a:rPr lang="en-ID" sz="3600" b="1" i="1" dirty="0"/>
              <a:t> </a:t>
            </a:r>
            <a:r>
              <a:rPr lang="en-ID" sz="3600" b="1" i="1" dirty="0" err="1"/>
              <a:t>kuat</a:t>
            </a:r>
            <a:r>
              <a:rPr lang="en-ID" sz="3600" b="1" i="1" dirty="0"/>
              <a:t>."</a:t>
            </a:r>
            <a:endParaRPr lang="en-US" sz="3600" b="1" i="1" dirty="0">
              <a:latin typeface="字魂49号-逍遥行书" panose="00000500000000000000" pitchFamily="2" charset="-122"/>
              <a:ea typeface="字魂49号-逍遥行书" panose="00000500000000000000" pitchFamily="2" charset="-122"/>
              <a:cs typeface="Clear Sans Light" panose="020B03030302020203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1CEC2D-FF9D-46D4-8CB5-BDAEF251F24E}"/>
              </a:ext>
            </a:extLst>
          </p:cNvPr>
          <p:cNvSpPr txBox="1"/>
          <p:nvPr/>
        </p:nvSpPr>
        <p:spPr>
          <a:xfrm>
            <a:off x="8195589" y="4504024"/>
            <a:ext cx="2926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400" b="1" i="1" dirty="0" err="1"/>
              <a:t>Roronoa</a:t>
            </a:r>
            <a:r>
              <a:rPr lang="en-ID" sz="2400" b="1" i="1" dirty="0"/>
              <a:t> </a:t>
            </a:r>
            <a:r>
              <a:rPr lang="en-ID" sz="2400" b="1" i="1" dirty="0" err="1"/>
              <a:t>zoro</a:t>
            </a:r>
            <a:endParaRPr lang="en-US" sz="2400" b="1" i="1" dirty="0">
              <a:latin typeface="字魂49号-逍遥行书" panose="00000500000000000000" pitchFamily="2" charset="-122"/>
              <a:ea typeface="字魂49号-逍遥行书" panose="00000500000000000000" pitchFamily="2" charset="-122"/>
              <a:cs typeface="Clear Sans Light" panose="020B0303030202020304" pitchFamily="34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E0C455E-30C4-46D3-8AF7-DB89C6FE7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4692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A18F875B-1A1F-42F9-897C-4FDF01855617}"/>
              </a:ext>
            </a:extLst>
          </p:cNvPr>
          <p:cNvGrpSpPr/>
          <p:nvPr/>
        </p:nvGrpSpPr>
        <p:grpSpPr>
          <a:xfrm>
            <a:off x="0" y="-427940"/>
            <a:ext cx="12490262" cy="7387005"/>
            <a:chOff x="126337" y="-331687"/>
            <a:chExt cx="11703352" cy="692161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7EC99E95-9CF5-4486-B2D1-DABFB3365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37" y="-331687"/>
              <a:ext cx="11703352" cy="3657298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03B3F07A-A41F-44DE-8405-758F136AF2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2816942" y="2932625"/>
              <a:ext cx="8353986" cy="3657298"/>
            </a:xfrm>
            <a:prstGeom prst="rect">
              <a:avLst/>
            </a:prstGeom>
          </p:spPr>
        </p:pic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D4AB48F8-0C88-4A23-99E6-931C8DB2ADB8}"/>
              </a:ext>
            </a:extLst>
          </p:cNvPr>
          <p:cNvSpPr txBox="1"/>
          <p:nvPr/>
        </p:nvSpPr>
        <p:spPr>
          <a:xfrm>
            <a:off x="2158181" y="1943384"/>
            <a:ext cx="8034973" cy="2049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44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ja-JP" altLang="en-US" sz="6000" dirty="0"/>
              <a:t>ありがとうございます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字魂49号-逍遥行书" panose="00000500000000000000" pitchFamily="2" charset="-122"/>
              <a:ea typeface="字魂49号-逍遥行书" panose="00000500000000000000" pitchFamily="2" charset="-122"/>
              <a:cs typeface="Noto Sans S Chinese" panose="020B0800000000000000" charset="-122"/>
              <a:sym typeface="Source Han Sans CN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44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字魂49号-逍遥行书" panose="00000500000000000000" pitchFamily="2" charset="-122"/>
                <a:ea typeface="字魂49号-逍遥行书" panose="00000500000000000000" pitchFamily="2" charset="-122"/>
                <a:cs typeface="Noto Sans S Chinese" panose="020B0800000000000000" charset="-122"/>
                <a:sym typeface="Source Han Sans CN"/>
              </a:rPr>
              <a:t>。</a:t>
            </a:r>
          </a:p>
        </p:txBody>
      </p:sp>
      <p:sp>
        <p:nvSpPr>
          <p:cNvPr id="7" name="文本框 7">
            <a:extLst>
              <a:ext uri="{FF2B5EF4-FFF2-40B4-BE49-F238E27FC236}">
                <a16:creationId xmlns:a16="http://schemas.microsoft.com/office/drawing/2014/main" id="{A0C3D3B9-01F1-4440-AFB8-76BBF25F6366}"/>
              </a:ext>
            </a:extLst>
          </p:cNvPr>
          <p:cNvSpPr txBox="1"/>
          <p:nvPr/>
        </p:nvSpPr>
        <p:spPr>
          <a:xfrm>
            <a:off x="2158181" y="2968376"/>
            <a:ext cx="8034973" cy="119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144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D" sz="6000" dirty="0" err="1"/>
              <a:t>arigato</a:t>
            </a:r>
            <a:r>
              <a:rPr lang="en-ID" sz="6000" dirty="0"/>
              <a:t> </a:t>
            </a:r>
            <a:r>
              <a:rPr lang="en-ID" sz="6000" dirty="0" err="1"/>
              <a:t>gozaimasu</a:t>
            </a:r>
            <a:endParaRPr kumimoji="0" lang="en-US" altLang="zh-CN" sz="3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字魂49号-逍遥行书" panose="00000500000000000000" pitchFamily="2" charset="-122"/>
              <a:ea typeface="字魂49号-逍遥行书" panose="00000500000000000000" pitchFamily="2" charset="-122"/>
              <a:cs typeface="Noto Sans S Chinese" panose="020B0800000000000000" charset="-122"/>
              <a:sym typeface="Source Han Sans C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F2AE0B-940C-42A1-B8D3-76D09A588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4454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</TotalTime>
  <Words>686</Words>
  <Application>Microsoft Office PowerPoint</Application>
  <PresentationFormat>Widescreen</PresentationFormat>
  <Paragraphs>88</Paragraphs>
  <Slides>15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等线</vt:lpstr>
      <vt:lpstr>等线 Light</vt:lpstr>
      <vt:lpstr>Arial</vt:lpstr>
      <vt:lpstr>Google Sans</vt:lpstr>
      <vt:lpstr>Mistral</vt:lpstr>
      <vt:lpstr>Tempus Sans ITC</vt:lpstr>
      <vt:lpstr>字魂49号-逍遥行书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凯凯的圆圆</dc:creator>
  <cp:lastModifiedBy>Little- b</cp:lastModifiedBy>
  <cp:revision>45</cp:revision>
  <dcterms:created xsi:type="dcterms:W3CDTF">2021-02-03T03:56:52Z</dcterms:created>
  <dcterms:modified xsi:type="dcterms:W3CDTF">2026-07-21T01:58:36Z</dcterms:modified>
</cp:coreProperties>
</file>